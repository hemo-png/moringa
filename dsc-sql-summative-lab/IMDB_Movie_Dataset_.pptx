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8DDD4-F296-4428-B845-51FC4AC0F45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98732-F1CE-4505-8DB4-9DFE2E75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1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04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3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1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0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39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8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1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4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44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9023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2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05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0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7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85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99" Type="http://schemas.openxmlformats.org/officeDocument/2006/relationships/image" Target="../media/mesh_bg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4E8FE13-C19C-4B04-BC24-2ABC55AC0FED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789567-6C2C-4A84-B397-8C17693E3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1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46543" cy="88759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AAB2BE"/>
                </a:solidFill>
              </a:rPr>
              <a:t>Exploring Cinema Trends: An IMDB Data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60454"/>
            <a:ext cx="8836325" cy="55209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AAB2BE"/>
                </a:solidFill>
              </a:rPr>
              <a:t>Findings on Release Counts, Film Length and Genre Success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00000" y="5700742"/>
            <a:ext cx="5200000" cy="365125"/>
          </a:xfrm>
        </p:spPr>
        <p:txBody>
          <a:bodyPr/>
          <a:lstStyle/>
          <a:p>
            <a:r>
              <a:rPr lang="en-US" sz="1600" dirty="0" smtClean="0">
                <a:solidFill>
                  <a:srgbClr val="AAB2BE"/>
                </a:solidFill>
              </a:rPr>
              <a:t>Presented by Maluni Hemish</a:t>
            </a:r>
            <a:endParaRPr lang="en-US" sz="1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75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0499" y="1492370"/>
            <a:ext cx="107140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Coverage</a:t>
            </a:r>
            <a:r>
              <a:rPr lang="en-US" sz="2400" dirty="0" smtClean="0">
                <a:solidFill>
                  <a:srgbClr val="EEF1F5"/>
                </a:solidFill>
              </a:rPr>
              <a:t>: Reviewed films released across the contemporary era, from 2000 through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Output Growth</a:t>
            </a:r>
            <a:r>
              <a:rPr lang="en-US" sz="2400" dirty="0" smtClean="0">
                <a:solidFill>
                  <a:srgbClr val="EEF1F5"/>
                </a:solidFill>
              </a:rPr>
              <a:t>: The number of films released each year has climbed steadily over the past twenty years, pointing to strong industry expansion and richer data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Genre Mix</a:t>
            </a:r>
            <a:r>
              <a:rPr lang="en-US" sz="2400" dirty="0" smtClean="0">
                <a:solidFill>
                  <a:srgbClr val="EEF1F5"/>
                </a:solidFill>
              </a:rPr>
              <a:t>: Releases are led by a few core categories and pairings, such as stand-alone Dramas and Comedies, which account for the vast majority of titles.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637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1818" y="388189"/>
            <a:ext cx="88420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EEF1F5"/>
                </a:solidFill>
              </a:rPr>
              <a:t>The Big Question</a:t>
            </a:r>
            <a:r>
              <a:rPr lang="en-US" sz="2400" b="1" dirty="0" smtClean="0">
                <a:solidFill>
                  <a:srgbClr val="EEF1F5"/>
                </a:solidFill>
              </a:rPr>
              <a:t>:</a:t>
            </a:r>
            <a:r>
              <a:rPr lang="en-US" sz="2400" dirty="0" smtClean="0">
                <a:solidFill>
                  <a:srgbClr val="EEF1F5"/>
                </a:solidFill>
              </a:rPr>
              <a:t> Does a film’s length meaningfully affect how audiences rate it, and should our studio tune the running time of upcoming releases to boost viewer scores?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285336" y="4235571"/>
            <a:ext cx="80398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EEF1F5"/>
                </a:solidFill>
              </a:rPr>
              <a:t>Why It Matters</a:t>
            </a:r>
            <a:r>
              <a:rPr lang="en-US" sz="2000" b="1" dirty="0" smtClean="0">
                <a:solidFill>
                  <a:srgbClr val="AAB2BE"/>
                </a:solidFill>
              </a:rPr>
              <a:t>? </a:t>
            </a:r>
            <a:r>
              <a:rPr lang="en-US" sz="2400" dirty="0" smtClean="0">
                <a:solidFill>
                  <a:srgbClr val="EEF1F5"/>
                </a:solidFill>
              </a:rPr>
              <a:t>Production costs rise with every extra minute of footage. If longer films do not score higher, trimming runtimes could save the studio millions.</a:t>
            </a:r>
            <a:endParaRPr lang="en-US" b="1" dirty="0"/>
          </a:p>
        </p:txBody>
      </p:sp>
      <p:sp>
        <p:nvSpPr>
          <p:cNvPr id="5" name="AutoShape 3" descr="data:image/png;base64,iVBORw0KGgoAAAANSUhEUgAAA90AAAJOCAYAAACqS2TfAAAAOnRFWHRTb2Z0d2FyZQBNYXRwbG90bGliIHZlcnNpb24zLjExLjAsIGh0dHBzOi8vbWF0cGxvdGxpYi5vcmcvlcelbwAAAAlwSFlzAAAPYQAAD2EBqD+naQABAABJREFUeJzsvQd8ZNlV53+qSlnqVuecZ7onZ48DzoFok2wwrAEDa4PJsMQF/rBEhzUGe5dg1hgbMODFYOLCGgy212k8Hk/w5Onu6Zyj1C2plar+n++991TdenolVUlVUlXp/D4ffSS9eu++c++579U995zzO5lCoVAQg8FgMBgMBoPBYDAYDHVHtv5NGgwGg8FgMBgMBoPBYDCj22AwGAwGg8FgMBgMhgbCPN0Gg8FgMBgMBoPBYDA0CGZ0GwwGg8FgMBgMBoPB0CCY0W0wGAwGg8FgMBgMBkODYEa3wWAwGAwGg8FgMBgMDYIZ3QaDwWAwGAwGg8FgMDQIZnQbDAaDwWAwGAwGg8HQIJjRbTAYDAaDwWAwGAwGQ4PQ0aiGDQaDoZF49NFHZWhoqPh/f3+/3HXXXann3nfffTI1NVX8f8OGDbJv375FVdAXvvAFmZycdH9ff/31smnTpkUbG5DJZKSvr0+2b98u69atk1bCYo7dcsP58+flqaeeKpsnL3zhC5dUpnbGiRMn5NChQ8X/n/vc50pXV1fqZ+A5z3mO9PT0zGhn//79cubMmeL/uVxOXvCCF1S8Tzablc7OTlmxYoVs3rxZBgcHa5JT50Z3d7esXbtWdu7c6dpcSN8VtLl+/XrXJvdYTBw4cEBOnz7t/l69erXccssti3p/g8GwjFAwGAyGFsQLX/jCAq8w/eno6CgcPXp0xnlf+MIXys7j5zu+4zsWXd61a9cW7/8Hf/AHizo2yZ9bbrml8JGPfKTQDNi/f3/h05/+tPt5/PHHl3zslht+7Md+bMb8QBeGxuCd73xn2VgfO3as4meV5vvk5GRh+/btZef19/fPep/kz9atW53un3322arkTP4MDg4Wvv/7v79w4cKFefc9+bNu3brCz//8zxfGx8cL9cDFixeL75ZKc/pNb3pT8f5f/dVfXZf7GgwGQxosvNxgMLQF8GT//u///ozjv/M7vyPLGQMDA85zeffddxc9Zo8//rh867d+q/zd3/3dUosnb3/72+XFL36x+/nZn/3ZpRZn2T0zf/mXfznj+J/+6Z8uiTyGmfgf/+N/zDj2N3/zN3Ls2LGahuvee++V5z//+S7SRb3OtH3bbbfJ//7f/7uq63mP3HDDDe5/Imn+1//6X/LqV78a5828VEebeOfxcmvUxdve9jZ5y1veIvXAZz/72eK7hZ842slgMBgWG2Z0GwyGtsH73vc+GRsbK/7PwvKv//qvpRnAgpdFKz+Edy4WWCR/5jOfkS996UvyxBNPuPBSxTvf+U5pBSzV2LU7/uVf/kXOnTs34/hHPvIRuXbt2pLIZCjHk08+Kf/2b/9Wduzd7353zcP00Y9+VD7/+c/L0aNH5aGHHpJ77rnHHR8ZGZHv+I7vmHGPtOt5j5CK8FM/9VNlqTv333//vNRGm5/73OfcBsIrX/nK4vE/+ZM/kbNnz8piYO/evcV3y6233roo9zQYDMsTltNtMBhaHmvWrJGLFy/KhQsX5M///M/lzW9+szv+u7/7u0Xvhp4zF8iTxFjHe7N169YZ+cMsUlm0zpZz+eUvf1mGh4fd39u2bZNdu3bJL/3SL5XlJVcCRtDx48cln8+768ifrBd2794tr3rVq+Rv//Zviwv6GPQZ75Di5ptvduOmYHE9MTHh/r7uuuvKDOC0vOvx8XG3SMfQpy9xDiieMnLP47zUS5cuuYV97Akj33O2sYvz9fW+tE2uJmO/cePGsvOffvpp1xaLbdqeDQvRxXzniQLjiLHhGvRGxEK98Wd/9mfFv1/0ohfJF7/4Raezy5cvyz/+4z+6aAjFAw88UDTE9+zZI1u2bClri3E6fPiw+7u3t7do1CnYDDt48KCMjo46ToW4r3Pl2DIv0RvPN3OCcTly5EjxGvKAuSfPa1LfSTBXdN7feOONLs+ZttRzzFy94447Uq+ttg/1AP2h34z5e97zHvnKr/zK4jPInK/lnZbEnXfeKR//+Medlxu9TU9Py4/8yI+4TTlyw+fCa1/7WnnXu95V/J887ec973kyX/AcvvGNb5R///d/d//Tb94bjLEC/dSiczYY6E8M3m3aP53Dr3vd64ocBsy3avK9Oc5c4H2DDI2YawaDoQ2RGnRuMBgMTY44b/mNb3xjYfPmze7v2267zX0+OjpazAV+znOeU3jlK185a073n/zJnxRuvvnmGXmGN954Y+EDH/hA8TzyDTds2FD8nOtiXLlypdDX11f8/P/8n/9TVV7yhz/84cLtt99edu9MJuP6+bnPfW7eY3PPPfeUffbd3/3dxc+2bNlS9tnY2FjZ/f/u7/6u7PONGzcWP/uf//N/ln2W7N+f/umflh1DPzoW4N/+7d9mze/k59ChQ3OOHbml8WdvfetbCz09Pe7/bDZb+N7v/d7CtWvXCg888ECZfjnnbW97W+r41UMX850n73vf+wrbtm1LnYe//Mu/XBgaGirUA5cvXy6OEz8f/OAHC9/wDd9Q/P81r3lN2fnf8z3fU/zsm7/5m2e09/Vf//XFz7/v+76vePyxxx5z7XZ2dpb1h5zk3//9358zx5bxvu6668pyoH/913+94py54YYbCh/60IdS+/xnf/ZnhfXr1xfPRT8f/ehHCz/3cz9X8XmZTx/qkdPNnNexYO7BfQC+/du/3R3L5XKFn/7pn646pzu+j+Id73hH2Tmf+tSnqrr+7//+78s++/jHP77gvv/t3/5t2Wf3339/2bW16pzxmO3d8ju/8ztz5nQnP2Me3HXXXcVjzIdf/MVfrOtcMxgM7Qszug0GQ0siNixZHMWLsk984hOF9773vcX/WZDNZnT/1E/9VNmCbNeuXWULfX5+4id+ong+ZD96/OUvf3lZW+9///vL2pmenp7TcIzb42fv3r3uJyaJiw3WWsYmubBjA6KS8ZQ0ullcz8foftnLXuYWpLfeemuht7e3eHzFihWFkydPuvO/+MUvOjnjNlevXu2O6c+pU6dqMrqf97znucU2BjNGiR5/wxveUFi1apUz/Pfs2VPWx3/6p39qmC5qnSef/OQnZxgTLPKRXY8xbvXAH/7hHxbb7OrqckY4hkLcz7Nnz6YSEqLbc+fOFT87c+aMO18//9KXvuSO05/YsMcIufPOO9399NgP/dAPVTR0brrpJqdfCLae//znuzmBTGxgxPPk3nvvLZtH/Pz5n/95Wbt/+Zd/WfY5cw1CQWR5wQteUPF5mU8f6mV0P/roo8X/f/zHf7xw/Pjx4jh/y7d8i3sGF2J0f/7zny875+1vf3vF6zEYISNjIy7evNq3b58jdlto33/jN36jeHzlypVuUypGrTr/yq/8yhmbqPH1f/VXf1WT0c1cQfd8L2zatKms3aTBP9+5ZjAY2htmdBsMhrYwulmM6+L4m77pm4oLLgytiYmJikb3fffdV7ZA+s3f/M3iZ+9617vKPvvsZz/rjuOBxYuqXqjDhw8Xr3nxi19cPB+vq6KS4YgRFd8DL6vit37rt4rH6QdGca1jg+HGYvlf//Vf3cI9Xtg+8sgjsxrd//iP/zgvoxsD4OGHH3bHn3nmmTIPYRw1kFzYvvrVr07tT7VGN4tiZbD/tV/7tbK+fO3Xfq0zDqampso2HvD8N0oXtc6TX/mVXyke+4Vf+IWytp5++unC//f//X9uPOuBF73oRTO82sPDw4Xu7u7i8fe85z1l19x9992pn8XPyXOf+1x3jLFmMyGORuE5BMy72MuPYZs2H/j52Z/92eLG1WzI5/NuzPQ6nn8FssDWrZ8x9iMjI+4zNuhUR0lDaL59qJfRDV7xilcUn9cf/uEfLn7OM71Qoxvm8vicn/zJn6x4fdoPnn6NRplP3zHk8a4TLRBvLL373e+uqr3ZdA54f8X3S9scqNbo5od3ACByhnmux7/xG79xwXPNYDC0P4xIzWAwtAVgwH3DG97g/oaVW/P5fuiHfsjl0lXCX/3VXxX/Jm8vZtD+8R//8bJ8QT2XXM6v+ZqvcX+zeQnxD3j22WeLOcnU3n3Tm940p9wf/vCHi3/TLjmKtMEPuZeKU6dOySc/+UmpFeTCwtz7VV/1VS43FMBkTl7o7bffLo3Ad37ndxZzFcmdpv6ugjFqFNC/sjOTQx0D8qeOjg6X0wkxW5o89dZFrfOE+8VkZhDd/cM//IPLbyV/9Nd//dfdeC4U5ODGufuvf/3rizmmX/3VX12RxfwHfuAHin9/8IMfLP6t/QI/+IM/6H4zvzTHG3zt136ty/un3+Sxx6RVaQzqgGfvN3/zNyvWgyZvHiZ+7kV/VPeA5//q1avub3Lr4WlQ/OIv/qKrWQ9e9rKXuWcjDfXow0LxEz/xE+439/u93/s99zf58uTgLxTk78eYLT9Z2cvvuuuuIhcCucmvec1rinnPtYLc8Je+9KXuHQ2PwMqVK907lvduJVSr83oD/or/8l/+i/ub/r/kJS9JfYfMd64ZDIb2hxGpGQyGtgEL1D/+4z8u/g8JVWwopCFeVENYhWGmwECDMEzJvuJzMS7++Z//uWh0QPbFby2fw4IyJgKazQCKZcFArgRInGoFBFwYwCdPnize68EHH3QG3R/90R9VNGgWAkiDKi3mlYitEYAcKe2eSQK2eBMmlqcRuqhlnnz7t3+7K+MEwdz+/fvLNoAGBwflP/2n/+QIrHQRP19gTOv9IaSCIE43AdAdhj5QxnsI9XRT42d+5mccUR3GBURwkHDxWzetvu3bvm3GWAJkr3UskSV+HmOSrJ/7uZ9zRhckd5UAMR/zP1lea9++fTP+/7//9//OuL4efVgoMGqZu5B3JQ3xhYLNnErPTxrTOGR/Oi5sakHihgH8C7/wC2Xv3WqBIQ+pIfOdecTGwq/8yq/IV3zFV5RtQM1H5/UGcyR+V1Z6p813rhkMhvaHGd0Gg6FtABvvy1/+cvnEJz5RNBLWrVs36zWxAYMXJYnYcxKf+3Vf93XOgwsbLZ6OT33qU2Vs0Orxmwtxm6tWrSoy5KZhPkzmWjIMYLD99E//tPv7Ax/4gPuMhWwlxHVtWejCHl0NkizdjTDs04DXuBJipvJKi/ZG6KKWeYKxAIM4Bg6edKIUMOZgmMbQfe973+s2gmDlB7THZooa5cz/avChD32o+DfGN7WWZzPQqaUO+vv75bu+67uK92cOxTWav+d7vqdojCQ3BqjHXGkeVPLeJ+eRRhngLdTnEp2jJ+535cqV4gYAwJBL24CBfTxGJe9oPfqwULAp8qM/+qNF7y/s/BqZsFDE9bmZV9V6Ydmc5D1LvXCg79taoYY8Gzh4gTG62eShf7yz6Pt8dV5vVPtOm+9cMxgM7Q8zug0GQ1vh53/+54ueBw0HnA2UulEjBG8SXhwWlYAwwbis1nOf+9yyRdf3f//3u/BBQMkd9YzhGYzDD6u9P4bhxz72MWfcpJWvIoR+ISDEmlJQGH6AcGUMJQ2hZ2HJQlYXinE5L8r5xEZ4vRCXKGpE+7WgEbqoZZ5gWGN441GNvaqEFXNd0sD57d/+7WLIMaG/cbm1SqAucuw11XJJMdhcUS8oJfje+ta3Fo0MIkfU6OazGG95y1vKnhWMJjXKf+3Xfs2Vq0uCkli16J3NiNhweeaZZ4rpC4R4a4pJDFIDYlmY/7qhgpH2H//xH6n3alQfasV//s//2ZX5wytM/2bbXKoWhHHHRjclu9STXQ10swfM5nmuBoSs4+H+yZ/8yeIc/Yu/+AtXP3y+OgfJ8mfoKC1yop6Y71wzGAztDzO6DQZDW4F6tlrTthqw2MSowJvCougbvuEbXAgwRgbHtT40Hqbv/d7vLbuWXFwWi5xDmKVirpD2GN/93d/tPIkY+Bi5eHwwsFgAY9wR5kw4It4gjLKFghxZzQfFs/+2t71N3v3udxc/J0+VWsAAuYgUwJuE0ciCtd7GRVwHHS8v3jM2ATD+yT1fTDRKF9XOEwwrQnUJM0cP5Kti0MFREHvgF4I4TxtjIM1Qx6ghCgLgZcfQf+UrX1m8hrD7T3/6025MFK94xSuK1wBkxyuu92MTgdB0jBJqHBOGi3H1T//0T87jmWbMpiGuDa/edjYu8JDyvFa65pu/+ZvdfXRjDkORzbX3ve99ZTm4MRrVh1rBRsx8vcnxs0XUBMby3//93zujWw1D0k+U72G265n/bMjRX8K9FTo3FgLyutlEYr4BnhdSFXjnzEfnyXcL+K3f+i13He928uJny2GfL+Y71wwGwzLAUjO5GQwGQz3Yy+fCbCXDYCLevXt3RZbenTt3Fh566KHUdl//+teXnQujMeWXamHgfvzxx13pndmYgil1NZ+xSWPI/Zqv+Zri57BVx8zGH/vYx8rKbSnzNnVta6nTHeOOO+4ofkad2hhf/vKXZ9Q/Vtb1atpO1ulWwBQct6flx0DM4k6ZsUbqopZ5QjmmuPRW8odr4prIMZs1Op8LsC5Tvkiv+Zmf+ZmK58al1WDtjvEXf/EXM2T7yEc+MqON0dHRwrd+67fOOpZUHKAcWTVs0gD2eWX0jn8GBgYKv/3bv112LGbWPn36tJtTyet4Pn7gB35gBvv6QvpQT/by2VALe3naD3ONOvZXr16dU85KP5TnY2wX2ncQl3nkh5r1C9E5rPeU6kqT+8knn6y5TneM//bf/lvqu2ohc81gMLQ3zNNtMBhaEjHzdjX5lOS74jUEsUdO28JrgveH8D/1tkDmQ+4iHpdKXhFyLWPvBd4u8muTgDEbhl6Q9NwQZgyZEB5NwrjxKOEd4TxlwCafdD5jkyQ1U2833msFniv1upI7+cADD8gf/uEfupxhSL6+7/u+z3mI8LZpXveWLVuq7h/ho0puRH+SesHbCqkbnjhlVI4Zz2drm3HRvsSfoYM4dDoOyYUwSj9L5m3XWxe1zJNv/MZvdEzQ3BsdHD161HkWCWVnDGGFj9maIfnTflTDRP/www8XSdHA6173uornEhJPKgI4e/asiwLRcF2uI5pE0xAIwf+mb/qmGW3wzPBMwfiNF59nDF3RH54tZIcRPA7h51nWPsXs4Apk+Jd/+Rd5//vf7+YjxFk33XSTi0ggCiPWeZyHS/QEY0o4vqZXwJz9Yz/2Y2URLMlc/fn0YTYQNRHLGHMNxJ9VE9HAM6jnJ/PPk/fBu4vXGIZw5jJjy3yrFFKevD5uh77yLBDdgFe32pDt2fquYfTMOX3W0e+b3/zmeescWXmfQ04IeSR6U+++jtds8222z3bs2FH8LH5XLWSuGQyG9kYGy3uphTAYDAaDwWBoFDDO2NBJGsdsImFcYciB3/iN3yjm3xsMNtcMBkO9YEa3wWAwGAyGtsb58+edcQ1xIKWq8FQTWUEeMeXZAPwFEMiZB9Jgc81gMNQbZnQbDAaDwWBoa0B8R3hzpZJNEF195CMfcQRbBoPNNYPBUG+Y0W0wGAwGg6HtQU4vpajIzyZfvrOz0+Umw1JPTnoyx9hgsLlmMBjqBTO6DQaDwWAwGAwGg8FgaBCyjWrYYDAYDAaDwWAwGAyG5Q4zug0Gg8FgMBgMBoPBYGgQllWdbmqtnjx5UlasWCGZTGapxTEYDAaDwWAwGAwGQ4uC6ttwhmzZskWy2cr+7GVldGNwb9++fanFMBgMBoPBYDAYDAZDm+DYsWOuSkbLGN2XL1+WsbEx2bx5c8Vz2E1gV2HlypU1tY2HWwel1msNBoPBYDAYDAaDwWBQDA8PO6eu2plNb3R//OMfl9/7vd+Tf/mXf5GBgQE5f/78jHOOHz8u3/Vd3yWf/exnXXj4c5/7XPmzP/szV/KjGmhIOQa3Gd3NBTZRRkZGpL+/30L/2wim1/aD6bT9YDptT5he2w+m0/aE6bU9MFfqctMQqX3wgx+U7/zO75Tf+I3fqHjOt3zLt7hY+QsXLsjFixedgfba177WTVZD6+fbs6nCb0P7wPTafjCdth9Mp+0J02v7wXTanjC9Lg80jdH9oQ99SF73utdJR0e68/2BBx6QL3zhC/K2t73Nue8xuPn7oYceks997nOLLq/BYDAYDAaDwWAwGAwtY3TPhfvvv186Ozvl3nvvLR676667nPHNZwaDwWAwGAwGg8FgMDQbmianey6cO3dO1q5dOyNeft26de6zNIyPj7ufONEdTE9Pux9Ae4SsE9oRh6lXOs4xPqt0XNuNj4Nk2HSl47lczrUbH1dZKh2vVvZm7hM/RDno/duhT/OVvZ36NJdeW7FPcx1v9z6pTvndLn1qRz3V2ifVaTv1qZrj7d4n1Ws79Skpy3LqE8fjZ7Ud+tSOeqq1T0m9tkOf2lFP+Vn61FZGNx2bmpqacXxyctINdBoIP//VX/3VGccPHjzoyNrA4OCgY0o/c+aMDA0NlRnz/Jw4ccIRfCk2bdokq1atksOHD8vExETxOBTxtEnb8eDv3r3bPUj79+8vk2Hv3r2uP4cOHSrr4759+9z9yG9WdHV1yZ49e5x8p0+fLh7Hyw9bHvntMfFcK/fp1KlTbdendtRTrX2iKkG79akd9VRLn+hHu/WpHfVUTZ84rjptlz61o57m2yfaa7c+taOequkT36W0pc9qO/SpHfVUa59Y+8Z6bYc+taOeTlTo05EjR6QaZApNxkL27ne/25GpJdnLP/CBD8ib3/xmV06MQQTsijBwXPMDP/ADVXm6dZCVvdx2appj94nf6IcJz/m2o9Yeu4Rz6bUV+zTX8XbvEz/olHcosrRDn9pRT7X0ieOqU2271fvUjnqqtU+xXjm3HfrUjnqqpU/cE2NAn9V26FM76qnWPiX12g59akc95SvIzmbY6tWrizpseU/3S17yEtfZ//iP/5Cv+Zqvccc+8YlPOKOaz9LQ3d3tfpJAMUnvuCoxiVqPV/K613IcBdZyvF6yL2WfeNjOnj3rjLN6ym56Wtq5t1C92vPUfO8IvnBUp9zP9NT673LkUZ3G57Ryn+w7N1OmVx0/01Nrzz2Q9qy2cp/sHVG7Xk1P0hJzr2mNbsqA4cVmlwDjWsMDcN0TXnDdddfJG97wBvnhH/5hef/73+8Gj79hPL/55puXWnyDwWAwGAwGg8FgMBia1+j+qZ/6Kfn4xz/u/u7r65PnP//57u9///d/lxtuuMH9/Ud/9EcuR/uHfuiHnLfl67/+61Nztg0Gg8FgMBgMBoPBYGgGNI3R/cEPfnDOc3p7e+Xtb3+7+zG0Fwj9ID9fw1UN7QHTa/vBdNp+MJ22J0yv7QfTaXvC9Lo80HREao2EEjrNlehuMBgMBoPBYDAYDAZDPezL6jK/DYYGgzx+GOuTbISG1obptf1gOm0/mE7bE6bX9oPptD1hel0eMKPb0BQg4AKjexkFXiwLmF7bD6bT9oPptD1hem0/mE7bE6bX5QEzug0Gg8FgMBgMBoPBYGgQzOg2GAwGg8FgMBgMBoOhQTCj29A0zI2QEBh7eXvB9Np+MJ22H0yn7QnTa/vBdNqeML0uDxh7ucFgMBgMhubHxITIyCWRqUmRji6R/lUiXV1LLZXBYDAYljGGjb3c0GrMjadOnTL28jaD6bX9YDptP7SETq9eFjn6uMjZoyIXT4mcPeL/57ihdfVqqAmm0/aE6XV5wMLLDU3D3Eh9O2Mvby+YXtsPptP2Q9PrFA/36UMi01Plx/mf43xuaD29GmqG6bQ9YXpdHjCj22AwGAwGQ/OCkPKkwa3gOJ8bDAaDwdDEMKPbYDAYDAZD84Ic7oV8bjAYDAbDEsOMbkPTMDeuW7fO2MvbDKbX9oPptP3Q9Drt6FzY58sUTa9XQ80wnbYnTK/LA8ZebjAYDAaDoXlBzjakaWkh5rkOkR23GIu5wWAwGJYExl5uaDnmxmPHjhnLapvB9Np+MJ22H5pep5QF27TbG9gx+J/jVjasNfVqqBmm0/aE6XV5IPENZjAsHXPjyMiIsay2GUyv7QfTafuhJXQ6sMp7tIt1ujtF+lebwd3qejXUBNNpe8L0ujxgRrfBYDAYDIbmBx7tro1LLYXBYDAYDDXDiNQMBoPBYDAYDAaDwWBoEMzTbWgKZLNZ2bRpk/ttaB8sO71C+FQMf+0S6V/VduGvy06nywCm0/aE6bX9YDptT5helweMvdxgMBjqgauXRU4fKmdYVqIn8lENBoPBYDAYDG0FYy83tBxz47PPPmssq22GZaNXPNxJgxvwP8f5vE2wbHS6jGA6bU+YXtsPptP2hOl1ecDiAw1Nw9w4MTFhLKtthmWjV0LK02oIA47zeZtg2eh0GcF02p4wvbYfTKftCdPr8oAZ3QaDwbBQkMO9kM8NBoPBYDAYDG0LI1IzGAyGBb9JOxf2ucGwUCwDEj+DwWAwGFoVZnQbmoa5cdu2bcaI3GZYNnrtXy2SO5keYg6ZGp+3CZaNTluexO9E1SR+ptP2hOm1/WA6bU+YXpcHbNVkaApkMhkZGBhwvw3tg2WjVzyKGDgY2DGUvbyNPI7LRqfLiMTPdNqeML22H0yn7QnT6/KAGd2GpsD09LQ888wz7rehfbCs9IpHccctIht2iKzZ7H/zf5uVC1tWOl0mJH6m0/aE6bX9YDptT5helwcsvNzQNLASRO2JZaVXPNpdG6Xdsax0ukxI/Eyn7QnTa/vBdNqeML22P8zTbTAYDAZDq8JI/AwGg8FgaHqYp9tgMBgWE8YyvTRo13FXEr/xayLXrvqQcrgEegZEunvaisTPYDAYDIZWRaZARfZlguHhYRkcHJShoSFZuXLlUotjiMA0nJiYkK6uLiNoaiOYXqthmQ5kay2S+92SOm2DcZ8V546LPPOAyPho6Vh3n8gN94qs29qeOjXMCdNr+8F02p4wvS4P+9LCyw1Ng44OC7xoR5he68cy3SxoKZ220binAvmHznnivk27RNZt87/5//LZqvvXUjo1VA3Ta/vBdNqeML22P8zoNjQNgcT+/fuNSKLNYHqtL8t0M6DldNom4z5n//LTIrlOke5e/5v/q+xfy+nUUBVMr+0H02l7wvS6PGBGt8FgMLQQy7TBxt3mlcFgMBgMrQWLJzMYDIZFedt2LuxzQ/OMezORstm8MhgMBoOh6WFGt8FgMCwmy3RaqDOkXsYy3RrjnkrKdmLpSNlsXhkMBoPB0PQw9nJD0zA3ktOSzWaNPbeNYHptPxbtltRpvcYdD/fRxysb8DtuWRqP9wL715I6NcwJ02v7wXTanjC9Lg/2cvN0G5oGU1NTrmSNob1geo2AAYRhVgxN7vSeyhab9y2n03qNezWkbF0bpRX713I6NVQF02v7wXTanjC9tj+MSM3QFMDLcujQIWPPbTOYXlOAYbN6o8j6bf53ixk6LavTeox7M5PhLaB/LatTw6wwvbYfTKftCdPr8oAZ3QaDwWAwVAMjLTMYDAaDwTAPmNFtMBgMBkPVpGUVsrKMDM9gMBgMBkMFmNFtaBpA4mNoP5he2w/LVqeEbENOljS8lbSsxVIFYixbnbY5TK/tB9Npe8L02v4w9nKDwWAwGOZdp7s1yfAMBoPBYDAsHnu5bW0bmqZcwtWrV91vQ/vA9Np+MJ22PhleEqbT9oTptf1gOm1PmF6XB8zoNjQNc+Px48eNPbfNYHptP5hO2w+m0/aE6bX9YDptT5helwfM6DYYDAaDwWAwGAwGg6FBMKPbYDAYDAaDwWAwGAyGBsGMbkNTIJPJSFdXl/ttaB+YXtsPptP2g+m0PWF6bT+YTtsTptflAWMvNxgMBoPBYDAYDAaDoUYYe7mh5ZgbL1++bOzlbQbTa/vBdNp+MJ22J0yv7QfTaXvC9Lo8YOHlhqZhbjx9+rSxl7cZTK/tB9Np+8F02p4wvbYfTKftCdPr8oAZ3QaDwWAwGAwGg8FgMDQIZnQbDAaDwWAwGAwGg8HQIJjRbWga5sb+/n5jL28zmF7bD6bT9oPptD1hem0/mE7bE6bX5QFjLzcYDAaDwWAwGAwGg6FGGHu5oeVIJM6fP29Eam0G02v7wXTafjCdtidMr+0H02l7wvS6PNCx1AIYDFouAaN79erVNiBtBNNr+6FhOp2YEBm5JDI1KdLRJdK/SqSrq773aAUZlqA/TfmcViN7K+trEWRfVL22si5aCE35rBoWDNPr8oAZ3QaDwWBYWly9LHL6kMj0VOlY7oTIpt0iA6uWjwz1RCv3pxrZ271/rYR264/BYDA0AEakZjAYDIalAx6y5IId8D/H+Xw5yFBPtHJ/qpG93fvXSmi3/hgMBkODYEa3oWmYGwcHB429vM1gem0/1F2nhKQmF+wKjvN5o9EMMixhf5rqOa1G9lbW1yLKvih6bWVdtCCa6lk11A2m1+UBCy83NAWy2axs3rx5qcUw1Bmm1/ZD3XVKDuhCPm8XGZawP031nNZDF82sr0Wca4ui13Z7dpocTfWsGuoG0+vygHm6DU3D3Hjq1CljL28zmF7bDBMTkr9wSk49/ZjkL5yuT+hoR+fCPq8HZrtHNicyPipy7rjIpbPNGy6LXJfOeDnHx7zcVfa3qZ7TauZDI+ZMPH6N1PMizvc59VqPPjfD89uMem4QmupZNdQNptflAfN0G5qGuXFoaEg2bNiw1KIY6gjTaxshkCUVJidl6MIV2ZAfFbl0auFkSf2rRXIn00NUcx3+80ajkgwFETl7VGTVRpGOoeYliEoSWU1NiVw+I7J2q0hm7jFtque02vlQzzmzmERgizjfZ9VrvfrcDM/vMiJ8a6pn1VA3mF6XB8zTbTAYDIalI0uirBCLXhboMfif44tRdihNBjzFF074xXhHR/MSRKXpBnmRG/ljj/dijmkj50M958xiE4E1w3yvZ5+boT/VwAjfDAbDEsM83QaDwWBYOFlS18b5jyIG4o5bojq/nd5DtpgL9qQMhJQ7D3dHY/rcaN309It0dIv0Doh09y3NmDZyPtRrzjR6bjfjfK93n5e6P82qZ4PBYIhgRrehaZgb161bZ4ycbQbTa5sgIkOCNHddX7f7nfb5vOE8mEu86I1lIOdTQ8qbmSBqNjnYMMDgXr+t9Z7TauZDPebMUhGBLcJ8r6jXRvS5GZ7fZUD41pTPqmHBML0uD5jRbWga5ka+SAzthUXVK+GDRU9Ll0j/qubytLQyIjKkLIu+/u6Kn7cNtE+EZ09e83nSGLGdPSL56ebpcx2IrJb1+3exiMCS7yc2Q8ZHGvq+qqjXViM/qwfapM/L+lltY5helwcsp9vQNMyNx44dM0bONsOi6RWCnKOPe9Kri6dEzh7x/3PcsHA4siS/R5svFOTY0Kj73ZRkSfUCfcpkfY7r6cMi54/73/zP8Wbpc6SbGahSN8v6/VuH8av5/XTmiMhDHxc5+mRD31cV9boYfW42tEmfl/Wz2sYwvS4PmNFtaBrmxpGREffb0D5YFL0aQU7jEZElocqRiSn3u+nIkuqNiWsi04mwU/7neLOgDkRWy/r922gisOT7iciJc0c9Z8Cl0z6CokHEbRX12irkZ/VEm/R5WT+rbQzT6/KAhZcbDIbWhhHkLA6ULOnKBZHRYyIbtousWNsyi9V5zavOLpH1O0WuXfVGEQv0ngEfZt5MxEutQGTVzGjk+CXfT6QqTI77v/FWMre0XNViEnotxzmzHPtsMBiaBmZ0GwyG1kabEOS0BFicrtog0j/kf+eiclTtBp03Wn6r0ufNgmYnsmp2NGr8kvNEPduKJKP2Ys6r5ThnlmOfDQZDU8DCyw1NQyKxadMm99vQPlgUvbYJQU6rYNk8q8toXi0bnS4FkvMkWYIuGe5cx3llem0/mE7bE6bX5QHzdBuaplzCqlUp3iRDe+t1vozj8XXsHXItjNJJlmnKqjSKIKeRbOlNzMQ+Q6dNLOvCiZdOptf2LYTQYFdWrMX6PHpV5OJJn5fe1SuyZrNk+gZa8/2bNvdAM83H5DzivdTZ7UPM2eQgXaFBhF72vdp+MJ22J0yvywNmdBuahrnx8OHDsmvXLvO2LBe9wtQbEwyB3AlPapMWzjvbdaPDfpF99RKMJP4YJXn2PacxC+75yr7Ubddbp4x7E8taF+KlZP8mJ7yxCpt5q/WZTYJnHvAkXoruPslff7ccHplqrfdv2nOSOeY3E8jFbxbdJOcRm4Prd4hcOOFlUs93Awi97Hu1/WA6bU+YXpcHWuTb1bAcmBsnJiaMkXO56HW+jONp1+HZHjonMjIssnqzyMBqkcH1Iqs2+uN1ZANekOxL3Xa9dTo+3vSy1o14acMO5xGWNVtEegdECtOt12c83EmDG4yPSmH/gzIxcrV13r9pzwms4Gco7XasPG+6GXSTnEcbd4jc9SqRHTf5/znO53XeGLDv1faD6bQ9YXpdHjBPt8FgaB3G8bTrYP91NUvz3kvU219dW4st+1K3XW+MXm4dWetFvHTpjMjURGv2mZDypMGt4PjYFWkZpD0nMSt4zAjeLLpJI/Dqi0LLDQaDwdDWME+3wWBoHcbxtONJr3et92omtvRWYmJvJVnrhVbu81y1xSttoDQj0sY56d2u5hqDwWAwGBYJ5uk2NAXII9y2bVvr5BO2GhpNdlWh/Yp6VYZeQkKT5GfkPFZi8NXjnK+1k8mxnQ7XQJw2Pla5rWrHYbbzGslq3QKM2UWdTlytr6yNnqMpBGI1expbQD8V0dVT8SOezm3r17bO+zdtnGNW8CQjeKVrWo2UrV7v3yWWyzB/LLlODQ2B6XV5wIxuQ9MwNw4MWKhdQ9BoYq5Z2s8MrErXKwy9meP+Og0JBbD6btxVmcGX45MHfN6mCyln8mRFxkdERqdFurq90Z3WVrXjMNd5s7FaL5R9uJFt1/tZnegSuXiqPrI2eo5WIBBzRHvrt7WVfiqCfHT6nBJinunpk4Etu/ymVSsgTQ/KCj49Wc4IXo1uWoWUrV7v3yWWq6nGr8Vga6X2hOl1ecC2ygxNgenpaXnmmWfcb0Md0Whirjnanx4bq6xXFrQskMuum5w7DBaPXS7ptcqK9K8UGRtJb6vacajmPGUjTnrT6sE+3Mi26/2s5nL1kbXRc3QWAjF3nM/bSD8VgVefTQYM7xjdfTK99x555vjJ1nn/pumBqBY22dZtn+n1nk03rUbKVq/37xLK1TTj14KwtVJ7wvS6PGCebkNTlUww1BmNJuaaq/3Ry+l65To8SOt3lsLEWRzjoWLBPBuRWiHvF9Ealo53Dg83YeZ4uvhJtqXyzDUO1Y6XshEXQyc7vSetHkZXI9uuE4o6rYesjZ6jcxGI8XnfvrbST0Xg1SfEtxhm3xM84L2Sv7hfWgqV9ABq0U0rkrIt9P3baLQSIWQLwtZK7QnTa/vDjG6DoZ3RaOKnhRKiYRSnhRrOdR1eLbzd/BBOHoeUD66rTcb4nFr6k8ZGXC80su1mk7XRc3SuyIm5Pm91/aR5vJObDK3i4a5WD7XoppVJ2ZqV2K9Z5TIYDIYlhBndBkM7o9HET/Ntv57XLZRAKT6nlYmyWhWNHvNZCMSq+tzQ3mjUO2Ux0Kzvq2aVy2AwGJYQZnQ3G5Yp2yfMjbt3724MI2crj+lCZZ+N+Kng4pk8ydR82XrnIJbKDqyR3QNrvF7jvmQ7/P3TeJumpkVGhnxNZFim8VxTG9l5R7JerrhWcrUESpXkTN6P/ztyqf0pI2Oar26adT5WKVfdnlW938S4yLVRP/aFqXImezywyTla61i58Glqt+dFCoVSKoMjDcv6zxeKZmW+nq9O58vy74jaRua+LskkHz/jizVWKjtRMswxDEEiaIrvFLgjcl6+uCIC86ZR7wHGoBaG/Vrev4uJViYcXM5rJcOSwfS6PJApFFiFLA8MDw/L4OCgDA0NycqVK6XpkMr22bEs2D6ZhuSz8OKBxbFuaOUxrZfsae2Q/+yMnCisFBbwGWy9VdxvFjkL/YNer6PDkoGYqIwdOOV+o8N+EXo15GF39YkMnRVZt60UNu5k7/G53bXIniZnfD9ehcy9gdV+Ad63sra2FjhWSzofa5CrLs9q8n6o8tDDnsBKPc+ZnMiW68Lu0OwyzYkTB0Qe+YTfXFH0D4rc8QqRrdxjAUhlvp7ns9QMOmWMqrku2T5qunDCn9PTX/m6JJM812Gob7+xpPtGj1VS9msj/tjareUbgSefLX9HJhnv6/keqOZ+833/1vt7tRo067uuxdGwtZJhSWF6XR72pRndzQJ2vY8+XnlnGMKYZvCGNZC5cf/+/bJ3717J4V1Y7mNab9ljrwqryuHz5d5ijB23QJr05GbJ8Mq57lfmtSmRFzm9PvWU7O0cl1y8mFTg4VmJMV3w3qYjTwSytIIjd5LzeH3GvCd7zx3+mC7UWYhqHe5qCZRiOZP3U6gna+fNbD/PbGu+umnW+VijXAt+VpP307mHTjjGgpxICDZElCFdPZAVZKrqfqNXRK5cLM2PFWtE+lYsbNzTxm6hz9JS6nTnTsmdeGru6yrpEPIxnpm43/F1eLgf+njJ4GZzgggTxopohL33iGQzjR2rSmNDhMXUuMimPX5+sDnAOUmix+4eLxeo13sAboqn7xcZuyIyuMHP+9jwvutVs3u8Z3v/1vt7tRZUkMswfyy5Tg0Ngel1eRjdFl7eLDC2TxvTRs6HmHCIRW5scNeDrXc2YimM5my+tJiOgRwszldvFDn+jMjVi6XPMIS51sk37g2m7q3+fxcZnBVZuzkhxxxjEsuZvF98X44zJtv21U83zfqML7ZcyfvFcw+dssEC8lP+h8/jEnG1yqT3Y8NG589825qrL83CfD1fnY5enh/Lf9xnNrPifsfXJZnkpydKZQPxdrPRMjA4t5yNGBveQ/xQCUHfMWlEjyqX/l2P9wDGNn0HREj0hkiBahn2m5XYr1nlMhgMhiWAGd3NAmP7tDFdrPmw2Gy9c5Ws0baTLNIzPFGTzcFqvVDG9lqvazQWW64Zekyp5Zv8PFmXvRaZ2ulZqhaNnqM167DSM56IfsHTXIs880E95sNCzkk7Dq+BIo7qWAjDvsFgMBiaCmZ0NwuM7bN9xrQepEoqG4vZtDrWC5E9te1OvwAmXK1ebL1XLomcPuw91B29Plc6uaiO2yaf09Xc7gn51Tn/GccmQ3jiQmWKkbxfTLClNYwbwbxOKK7WGFdyJg2TXwpirlr6g1xXLoiMDItcPudDtGcL4U+Tc4YeO0qhxng+8ewRXs7/5O3H4dk6fpwzG7laLAMkWM4oLPg5ORl0y3wkdJdUC+ZoNcRVS/UspWG2cW50VYFkv9lYGxvx45rW7/gZj5EMj+3ork2eNNQ6/xZS7aBu74HO4Fov+OPNzrC/FGSQ1dyzxUkqWxbt3j+DoU4wo7tZsMzZPiEFIUeproycSzGmqaRKx1JIlU7MTiiDbJMHRM4fK/cUY/Cs274w2dPaJvR27KonQJqNAbxG4qrsyJDszRck++wln7t9y4sdYXRq27BIDzwrcvKgDyuHyAyZ+CJfs8kbeAuRKYnk/RQYXxB4VWK1nu+84njmeCn3VUE49cZdpevqNYeqRbX9CXJlpyZlb59I9txRkUunqiCYS8iZvB+bDhhb54/7cPLBkIYwctnrQDclAKn3Z4+KrNoo0jGU3n5SBowYDOsjj5dCeDHqd90qMnTOzzM1/qohrlrsZykNc41zjXO0+P7FALx0eu7rkv2mz6SKjA2LrFxf3u/kM+4YzkOIea4rbFKEnO4keWGtYzWf+Vepj/U6p5r3ABtAbPYVUgxsxmueDPsN+V6tZozrjWruuRRyVYM6y9UQnS4EzTruLYam06uhITDtNgvYFeQllfQQKNvnMtg1nEqGKLbamLLbm/zyYcEPazeL02TYKedyTUX58RolvCX8j1G4UCTbxqDbuMMTSy10rPAmRkzRUxg4vQPe8Hn80yVvVrJtdsjx+CgrOXmOa7f4/nKuylsv/SXvp3De1U7/eb3nFeOsOawK/tfw0XrPoWpQTX8Sck2pgRnLkCZ7mpxp94OcivHG+HCe0pzIirXlua2Mg7Jjx97vuWTIF7yhjjdbsW6ryMGH/fGY3wBjEGZtCL+a4VlKQzXjPI856t6/tVwX95s+U2Ggd0X5c5O8jigCNjUwJPVZG1zvmeR331pOolbrWC1k/iXvWa9zqn0PjA6J7LylNC4K/r/h3tqiLxr5vVrtGNcT1dxzKeSqBg2Sq+5rpfmiWce9RdE0ejU0DObpbiawmITxdBmyfVIC49ChQ/Vn5FzMMa0nqZJj1M77xVtaKPJCyZ8qtQ0wkFnszXeszh4pGtx5ycih3KDslbzk+ju8UTMx6u+dbBu58HTBUl5kme4S2XaDj7zkM8qG1Ut/qfcLrNZ47mYb4/nMK87FUw2zc1rKQCVypsUg5pqrP9HcxoY9dGlE9q5dIbnMPIml4vu59INuz1ydrNNNrqvOR+aO83CnfG3NJgPl4DDWMYJpqxDuf+xJHwbOXFVW/GqJqxbrWap0z2rGuYY5Wvb+rea6Sv3euNM/37M9q0QREH5arEfd4w3vYp3ueY5VLeRx1fSxXufU8h64+QX+XUdqBeOCh3sBBnfdv1eXggyymnvq34sp1xKNV8PWSvNBs5KDtiCaSq+GhsGM7maDsX227pjWk1RJj2Ng401Sj5KG2daD/KlS2xgJ1YbXpuFaxE4cIxsWknhJYSuvJFcayzTAG5Z23Xwx1/3mGuNa55W2l8aIPNv9FouYa7b+NIJ8Su/HcWWslsR8ZKx0Proc7qHaZcAoBOR2E3WBYcQmhpJ4JSMPaiGuavSzNNs9q/l8vu++ua6r1G/Gkr/nelYxJKvZ1KgFtc7RasamXuekyZHKjE4qzeb6z5l6YSnIIBeL+K4RaFbyzHqh3ftnMNQZZnQbDHV7mlKIc5I1equ5Zrbj1X6+kGsXSvTU0ze/zxeb+K5V7jffOVRPNJJ8qlbyrlrbV68z0Hy5+NxkCkctxFVLQdbYDKSbzSBDK8jUynK203xfqjFtZV1Xg3bvn8FQZ5jRbWgaVsumI5ColZEzjaCHBT9EWXgw5iJViu8H3QL3xJOUDFuFcGcugqHZZF8owVxa24SGargohEg9K0Smxx0reLaQ8bI7pvA+kQ07qx+/asaqFnbv+Dq8noQac79kmCc5xvUgvEq7X0q58hnkTOPXSjK5nPYuHx5Nv64SDt3tx5gGk3Imx4aFD4RhLpQ3MHSDYnhvOMa58XUupHukfD4SxTB2RbLuHtM+hzceq0r641rmcMw4rvoihJx2eUaGL3gvNPN81foSKVitBFiw0etz07vS9w+2dXTAmBEjv3KtJzzDK6vA+03uOOHul85Wnlc636+NiExOeNK0pMe8WiKwWlmZY13MZ96m3S+XK3//ziWT6iKep5VkqCezcbKttDka5+jPpoulYlxeZILPlicnrSfx3WKjQePVNGulZU4AXG80jV4NDUOmUGB1sjwwPDwsg4ODMjQ0JCtXRiyphkVktexoDVbL+cqeyjydTWGeTrSVdh1MyywIyUnVx7QaduVqZK9n/8DJZ0UK06V2MHKe+LxnoFbAXn7v14rsvKn+ss93jJOyx+RFkG0tBPOVE8MUMq8iw3POh+oeeqw87Blj8Y6Xi2y9vvI94Ts79LA3JLVEWncwEGMGdQxv7qGeCaabkpZhUM42H+OxqrbPGKquVFsgZMN4ffyz/rgar2nzpZr5kRw/+owxiEHPjyvLlBXZcr3IlculSAJkZJPrujsry5k2Z/S63XeWqEmrfc/Nd75Xo4t63i+tP8lxTpOhnt8BybbS5miavtLut9TfTUt9/1aTvZHfaY1Gs8pVL7R7/wyGOtqXZnQbGgO8CEcfr7wDCvlM5FVg72dkZET6+/slwyK5hWRPvT5JrAMqke2k3c95BY94782qDb6kVexJqiRDLbKnyTlXv5JtE5r79P2eaXxwgzcQyZG+eMZ94Ra6e2VkYkr6u7slszIQlM1n/GYbKwxK96U/6cmJkuHY3A+kXne4xJStNaE1mmAuOWfDbHrAq4ZBidVQqX+xpxaDYv+D3iurhF9qROP9vutVPkc2eU/VDQYa/UE/GEXHn/J93brPG4sYxZfOeLkgM2MMtJwRxiljCpiPHd1SWLtFRkZHpb+nSzIY68mxKvPu57xxFj/SOreRj4UZRutjnwkbAuTX93n5yP3n/i96nciKSp7TCuOX5oHFy93V6T3EPSHiAhnUY+2ORx7rpJyav5yc77GH/JYXljy9c82dap5VUOndgDce45bxq2beznK/QjYnI+t2S39fn2SOPTH3+yNtniZlSJM9ra1qkJRdn/l4jupzjzHOpqTjBEh5ry30/V4v1Pr+nQca9r26CLLP655LIVc1qKNcTbVWavZxbyE0pV4NdTe6Lbzc0BSsljA3Hj9+vD0YOSsR61S6Ju1+GAyuLFPetxeXTpqL9bxa2WslAEprG+NDax+z+EdOFuLIf+2q5DdfL8c7VsneVSskRzmghYxfJRmqYffWv2dcx0/w0Ol1SoK1UIb4Snog/BUDIY1oKr5OCarwJFJSSI2NeC7ETNvJe8a6QSfoh+sxMN21Y977PB28y/xwfm9faTyZg4yp/j0xJvnpKTk+lpe9fZ2SSxurWH8Y88n1g87t/Lgff0rMaUQEnlvGJSbggQ0/NrqrmR+VyOqIwEiOO2OHnJQPi0PEk3Kii7T57nQV3llT4yKbKqRPVJI1DbPNW5WLjTjqmutGzFzzdpb75aem5Pjhg7J3x1bJVfP+SJunSRnSZE9rqxokZY+feZ2jqm/mG4b42s3VtbUQuZqc4LNh36tLQfjaCFK7xUId5WqqtVKzj3sLoSn1aqg7Wsrovnjxorz3ve+VBx980O0K3XnnnfKDP/iDsm4dXiNDU6GVWS0XW/a09pKerSTZ01ys57Xcq1qkXUs+rkIX3GWys/PdYBnmzRDfQFbw+eqh2jEu+/xa+rXxdXptUjfO6I7axGicSngo0mqwViN3tXNb2cWLcuarY8Ov9n7VfF7tM1itLhopa6PeDYx7tTItNqN08typOebkbG238neTwWAwGFoWLWN0T0xMyEte8hLp6+uTn/qpn3KEA+9617vkQx/6kDz88MPS2xvVWTW0FqsloUlXLoiMDHuyI+okL3ZoUhwe5UoL5dIX1fNl5JyNtCetvZwSj4VwTWSK63TXg/W8VjKytLa7ukt/M2ax7I5kq1dkYsp7EDt6Z5e9GiKwQiDBYiw0rJV7ESIN8H4NnfcyQGDH/70htBj5JoJnlWtdKHEIP06ygtMuXuSY+KuaOamy4xEl101liMOcQbJtHXdqRjNWmQ7vUdUSTGqI8j/PiYaXMzaEYtOWzls3Dtf8uPAsMWcmSU/o8n0eWO3vo3qId9UJWU7Wwc6l/R8ZOehj+Lyvt024OfWZteYyMjGWzBPVF/1x8yIKi46Bl9KFvYc5xP3Sxmq2Ocp90mqhJ+febPoiP5h5pWkHleY7cjK2XIfOju/3HvW56itXfIa7vcf/5EE/TkQmMIfT9JFWs7zWdwP6Yz5cy4gMd3n9pJVRi9tYKGsxY1fL86XtcR3ziHx6fTcyj5JztJKe4/c7ukXvbKRATNg7KDJ+NTwbs8y1tGON/L5aKsI3g8FgMCxPo/vxxx93P3i577rrLnfs1ltvlZtvvtkZ3S94wQuWWkTDfFgtAwlHZmpSuiZHJXPuqMilU4tLwpEkAmHBfvmMyNqtM0Nj58PImUo0cqLUx7SxwkggfPTiab8oVGIgjIKNuyrLUOO4l4ds7k8hIZpDToyivpV+8apllljMrtokcv64ZHKd0iX9kjlzwRsss8leFRFY1hs3LDwnRr0RjmGCIcrJU/0iOY6L38ghVxuWasbwzCHvNT1z2PcR45MF+/qt5czyGDnIgbwswJPjUI3syMsGksqg8+jCKZ+HHbedOVYiGmPunTjgZVi7xffRLfQzPgTbGR14WzPeK51hIwEm7VP+2kunfTsYf5yL8UvYNPOG//lN2+S8ktfsjNJgaLGgR5fOEA7GJwawjg19yXVKpqtHujomnb3j5D72lJ8HDDrs9ENnRdZt88Y39yQ0/vTF0hjgWSc/feMOb3ATOt436M9DBreJEjYM2CBBXvpX7RydPCBy/li5xxzZ120vn3tJfTGHCNVnY4J7ICdjvmZLabMrOd+Rkw0dzZNnA4PxrobwMO15QuSHPu43MdA7fWKsIH3TcGn0EXRRlKua91Pa/dDfocckMzUhXf1bJHOIeXStnBQure2FMErzbDJGqyDuq/L5or3M8VIet/IQcK8N28uf3+QYpL3f0TNGLERsvEOQibm+8xYRqi2wIZA21+JntXi/Kt4N88Vc3x1zgNzQrq4uyxFtI5hO2xOm1+WBluGn37lzp6xYscIZ2AoMcEgHrrvuuiWVzZACduJZGKR5yTiuZDxhQZHNZGTP6n732y0wOM7njUYkQxGaD8qCTL1ZSdkX0j6I+5g2Vhhl18Z8uaN40YcHarYQ1hrHvQgWohgqGKRxn+eSE3muv0tk7bZyjym5poNrJdvVLXu60G8Vsiflwqh49iFvnOL50zBoFqIYehiLwJVs6vWf4+FiQY5nnN+OYCzk5LLQP3OkVCKKdjHIR6+WQpwZB9qHoCo2Zuaak0nZuSf3jmVBPgzIeMHOWDPmjL2GzNIHjOXzx/2iHwNv+w0ig+tLMnV2+n4n5Ry9InLmaMkLrgYuZZUg+EI+SNww1otM5XmRDTs8azeKor31O7zhuHpT8BB3eKN1427JFvL+WcVQQQ8YqbTBPZGZcT15wHsUwdiINxJVf8wTrkF+7e++e7xc/ExOeuMWgxtmdvXyVjNHAXIkQ675Hy98JX0Bxgc96VxTgr0yPoXEfGcOnnjG93/zdSVdYLTB7M3cqoTk84SH+/FPe4PbRWcETyybEownenTnlXQxw+Ce7f2UvB8ebhjxpyYku2q97OmclGxHzo8tG13xGCbbruY9k3YObSvjeOylr+adz7tDPfCMN88DvxljjUBIypmmZ9o4fUTk1MGwWZTxGz6MO+PMJl7aXEt7VquVfT6o5rtjDhARuGfPHitF1EYwnbYnTK/LAy3j6V6zZo184hOfkDe84Q3yu7/7u25X6PLly+7Yhg0bUq8ZHx93PzG7HJiennY/gHaY7JAYxNXTKh3nGJ9VOq7txscB51dzHAIF2o2PqyyVjlcr+6L3iQXN1hsld21YCpMTkmdB1OdD4zL5vGRHLklhatKt/bjv8MSkDHZ3Sg4ZpyalwEId5u5G9ol7TE56ozCsQx3w2A12SRbjoLuvTHYW5FXr6coF58VnMyFfKBSr+7jzC5NuDPId66UQxkpGL0uGTQgIq9Zvdw4YDZPN5jok07tC8tw7GpsZfQptZceGnDcnKXv26kV/PC4WOHZFcozV9LjkMZbCgts58qanpHD1ouRZ5Ia2M6OXJZufdm0XCMvceoPzHmUmxyUrBclfHZJCrlMKY1dkeDzotW9lRdmdnoIu3HGcnWNXZBojkkUxso5fc22zaHZ9whvLAnlyQrJct3aL5DGiMfiDxzR3bUQKnT2Sx4CjLcZw5To3lgXmDWGqnb1O35lVGyU7eU3ynV1SiOa8GwNknG1OJmWHRG5sxDF9O6WvWCXZqWnJ9F2VaTyqrjYyhvOYZEOecB4DC3A+skBw1r9K8iz2hy+JbLvByZ/LZKSQ63Bj7Iz4rh7JDKyS7LWr/rhjuB9wBlkm1yXZHTdJfnxUChiQGNIrVnuuqYFByUtGCowj3ly82GNDTt/cs8D9Qg3kbGeXZAbWuL7mr16U4aFhWTk9KrmeFZKRvEyjHyaU21TJSBZv5PBFLzt/r1zv5KQdURkB8nT3SW7DDinsvl3y5094gzXbIZnxEcn2rfDPE+0zPtN5yUyPez1lO0rPU35SMlcuBH1MS2HDLr+RMj0lmY4OyXb1OgK4ov44dwpvfXgumfPoZe0WyRYKkunuk2kiElxoPuHHff5d0NEp+Wi+k8qQZV5197r7xsgx5hdOSL77+srviPh5OnvE6wkvbXiXZqhzf+Wi5HtWSIF3kvMOd0qmf7Xv65UL7h3qNi76Vkm2p8fptuJ7L3rPyLkTkmVDIbdapvN5Gc5nZWU2L5nOHsm6+V+QfLifvj8wP1NlZ8zRK2MT3jOurwOrJL/tJikUQ7tHJTO4QbKdnbO/D5Oyu+OdUli3o/x9uH6bTDvPc7ePjAhjICpj4rl0U2X4one3s2HSPSC5iTH3DOTZ9KCt0WHJTFyTbPJ9ODkmmYlxvy81dkUKGmo+i+wL+n5Kkz2a724Or9k06zqCdlj3wKZL2y25jmjHtdEC+sQ9lSGZY+3Qp3bUU619Suq1HfrUjnrKz9KntjK6p6am5Bd/8RfdhPzJn/xJ19F3v/vd8vM///Pyz//8zy6EKom3ve1t8qu/+qszjh88eFAGBvyiD4r3zZs3y5kzZ9yEV0DOxs+JEyccjb9i06ZNsmrVKjl8+LDLM1ds27bNtUnb8eDv3r1bOjo6ZP/+/WUywFBInw4dOlQ8Rp/27dvn7geLoYK+sVuNfKdPny4ex8u/fft2RzB3/vz54vGm7NPVq6FPQ6U+reiSofFJOX3lmltMXBwbl+2DfbJzVb9cHJ2Q84ePifQPNbZPLLTHrsju1f3Skc3K/gtXyvu0vlemBjeEPg3VrqeRYemfHnP9cn0aLW0CDfZ0yea1k+l96s7IidFJV25L3FI3J5t6emRVR4ccvjQiEyOlsalOT6X2967uk6npvBy6VBqv7MSE7EPcQkaOX7ha9E51deScV3NoaFhOn708c+6dPy/njxwp9Wlwg2zumJYzl67I0JUxyRc65OLYtOzt7ZONHR1yYmhURiLZy/R06bw3rOjTYJ8MTIzLwewqyWv5jOku2T09JR2Skf058pLz3sM9Pi17s1mZujYmh6aDd3V02oXx7OsuuDE8DhdX7xbfp8kO2ZOflqFCh5wukNctIueHpX/FFtne0ycXz56dqacVPXLm6rgMRbKXzb2zp4qyb1rRI6ump+TwRE4mxjVMflK2dU7LwPiYHBzvlLyO8fSU7CZFPSOyfyjcc8JveOzt6pCpQkYOXRoTGWUOT0i2u1f2bd3on6crHOsQGRqXrqlR2ZOdkqF8Vk5Pd/qxkYz0dw7K9s4puZjrl/OCx7ZP5MqU79PKdXJmKufn3ujJUp/Wb5ITx47JyDl/zOtppazq6pLDzz4r165dc++cNdkp2ZEvyEBW5OBEp+QnMWR8WO/u6SHpmJqU/fQz9EcKOdm7dp1M5aO5Nz4s2RU8Tzt8n6Z7fe7/yLB0TWZlD9Hq4R0hbKBOdEp/tiDbp6bk4lS+XE/ZC7J5zSqvp2ulZ35dX07WdUzLieGx0twbGZZNHZOyqqdLDl8elQnaHu8QGZ+SbZ1TMtDdKweHxyWfDxEQ48Oy+9aU997Vadnb2SVT09NyaLLkGfZzb9L3KTp/1nd5Pi8Xu1fL+WzJIz+YH5fNhRE5c21ahs6TMuCjNNYVOv3cG52SkRElmhuq7V1+aUR2Zzqko5CXZyY65eJ0Ttbkpp2Bt5dMh7zIoUultud8712+LKejd0HxHXH1qpw/H94/I8MyWJiWzZ2dKXrqlnVTk+nv8qlJr6ep6eL7cFtfnwx0dcjBq1OSv0DJN44Plb/3wvvdPU9rV/i5d5U0AMLj2VDsln0d3TLSJXI8h9ebd8FV6crkZQ+t8TxFz2r/VId/nsYm5fy1K9W9y+f7/UQN+SB76vfT6DHZu2rDrOuIo0eP+md1zRrp6elp/XVEO66NauwT/aF9dEob7dCndtRTrX2i7WPHjhX12g59akc9najQpyPRd99saJk63R/+8Iedl5tBU8/2pUuX3N/vf//75Y1vfGNVnm4dZK2jZjs1S7j7NHROCmeOOIN7Ol+QAxevuIVRZw4PZEEK67fXx9NN+CFeKbwU3b2SWbXee0eUVGf4gmRDqGOZ95d2yDtdvXH+O2qXz0rm3LF0Tzce1I07nQd5Rp+Gzkn+zJGy850HVduJxqYqPRHiq2OAl2divGTMgpHLkhs+LwWO49F2xG1dksFD29Pn7ueOVxp3XqB46aemvBfy8jkpTE/K9PAlOXA1L3sHctLZ3y/50ave+0uI95rNku1fUdKTK9t0zIVxZqeuSWb8mkxTRxsPIgvcnpWShfDo8lnnoZXdt/t2Ri5Ldpgc1y7J96/0odmObCwrOTxSK9Z4b9UJ/+LObNwp2ZHL3tOtBGz7niuZtZudh9bJ7nKaUzylleakyj4xJtkrlyQzMeo8agW8oy4Pf6dkr41IZvi89wpvDDWipyclS8h7Jit5wqLpK97ljm7JkrPNuBPGPHQx5PP2S66r2zn+8+dPhjDbdd7TPTIkhaHzvh3n8Z/2c6+jy8tIjnXwzrloilXrJN/ZKwXnyfQeyjmfp2vXZOrKBTlw5Lhcv6JTOs8dkczkNff8urBuwl7xjMNHsOU6yQ+s8eH1jMHgOuf5LHvOyMddtcE/TyNXJE/oseMwKEhmdMjPPfV0k189dF4yzI81myQ/OSEF5kP3CjeOmQ3bvew8N4TPz6a/y2cle+5Y6XniXYAegsHs3hGMiYK207yKJ/ZLlhrqIR277B1BgMbeeyRPPvZs7wg9fujLkn/w41KIiCQyUnDycGbhzleK7Lk9/fkDYyOSvXTKRZvkO3qkgLwhND71HRHJzn7JgYlOub5r0sntnop95bLP25Nw7Vrk6R5zUSCkKJS9D7M5yUxdkyyRHSvWSiHMx6LsPPMV3odu7oV5pOcX9XT5rH8uY28xzw2h5WDTbskNX5DC2LCLJnARBht3+QiD8REpTOUl37/C8yd0dEvm0lnJ5jKSX7mu3NM927tc9cRahAgDFznSLZmB1ZLv6Kj8nZsmu8s9D3O7b9ClBbhomAShnuppcnJSDhw4INdff71bvNbN4zM1FUVZwAUx6KMs2tiL1Sx9QqcYIeiU69uhT+2op1r7lNRrO/SpHfWUryA7kderV69unzrdZ8+edczlcSg5HaRz7Eikobu72/0kgWKSdfBUiUnUerxSfb1ajqPAWo7XS/ZF71P/asl0nCzWhcUwdTnd/I0hQDjsQvV04aTPrSRkFWBs56clp0RBLGAgfsIYwKCJidPwbmA01KiPsuP0AXKrkLdeRswWCH9SZed4RzpRUaWxqagPSKjiMQisvbntN5bIzwgVPXdUMkMXJKf1msH5bpGdN7vQ4opzL0n2g1EEGR55kxgNudWSJTx65KJkyRVmDE4dKCObcu3QJ/RF3qQj8cpJ7tJJLy+GuqsHDNN4p+Qci++gX40iO/mup56VnEa8EEKKPJuvk8z0pOQII3cs1F0+d/PqJSdGjlBe8kH5HPI8ZB8bFjkTEX+Bzm7JQgJXaU5y/OgTIkee8LJ3dkkWGTA4yTElDN7lC1+UnLJ3Oyb3Xm+QXjwpOV3EM/bkFTP32Awh99nVPh/xni8WWt29kkNO+s4Pc6tnQDITY5KDfA8Z6Behz87A3uDPY7yUKK67xxnqfpKUkxemzsmrlyV7+pDkSMe4dlVynR1uE0EGN0gOwjfaRk7G0RG2jUpO2eIH15bkDAap06WO57njknnmAReS7cD4wEK/bptkBtf587me+2GYY5DrHIXYjDxr2nKyHy/NoUr6Sz6X3K+rnDzO1ZWXSE6VPdY/hHHktY+POv9rGbr7JLN2a/Xvjg07Jes2kUq768U5xvFNuyq/D2EBj55xdzSFzG022eku4+zGmmtrkb3S8TBn0kgqi+9DR6x2OORrZyVLHxLzcbb3Ya5zlvdhpOfi8ZVrfF42zyOdZiO2o0NyvHt4R5BWwDM3cU0ypHNcDhtBzDM281ZvkKw+S9W8y+kVczWZn33xpGQrEKJVlF2isVoPqSRkmycll9KO6gOZ9Pds+qv6uzW870lDKQlW0petjRq/3lOdxp83/XqvHdewde5TLXptlT7VcjzXhn2acZ60CGAnx6X/l3/5l8VjH/3oR53X+vnPf/6SymaYJyKiHdZf/V3+97wIy9KAhzs2NtlFw5hhUQtBlyvFNO1ZyllIxOQ49ZKhGsKhel431xgAFpbd/X7BrS5HLU3FQlxziwELU7wZeI+rJfvRa8iBzE9Lf2FKMpdP+fuyUJ3OVyabismS0M3G67whh87w2iVJv4DLeb7g2bjJgXQlqiBWm/JGL+zSrO7JW15FOatgjLl88GueLCy2sJPEX1IFCZyWyCqWLpv0pGB4unnRsylQiQCLfqnRwIbKOOW+st7IZPFPHjQGPDncSn6GLHgy9X5p5Hucgz7ZaCjWV144UVzxWWX8aJ9NKzZv0BHH6AtzFI89c4lzkmWo4nmcNkeRfXCDJ2ZTQjauZwwgFovnKH+ffLY0R+M5VEl/M0jFUsjjknKmAbI8DFuui8H/N9w7d9mwGPTrjpeXiP4U/H/nK/znaUgbv2rI3CLZmf2E7WfmK/t8SSr5oWIF+onHfQY5Xh3fo8zRnTe7SAw3J3j+mLu8Z5QMj+eKzQE2eTp6SvOMzSsM8EpzudpxSOvjXLJXO1aJhSZhlPxuFnI3w8JQd50amgKm1+WBlvF033vvvfLOd75T3vzmN8s73vEON0Gffvpp+c3f/E158YtfvNTiGeYLFmA7bnEkNNvXBkIg532sQx1SwqmTC3kNC8HzUCz7g5dph2cMZsFZTxmiPpZqrVbZ/nyvm20MFOo5pC2MQ1eiKCz2e3aX6hvzxc5GBe30kfWdALIlF2CMK4vqwfWS7RmQ7e5+23wfYBCHREvXC8imbdMWBub6neU1ltdt9otiDEUXlr7FG5I6LsiOdwr0BeMXw5lzMbDRK3/TJoYZJFuOzbvfsxbj5eYzxtvVkh73zMjMDTy2cZ1n7tm1MX2cGad1gThNZcf4Z94xrwiB1VJGEbGUW8SzmOfewUvuNkNoD8OHsNe+q6HUWEKmdd2leUtbzGNQHL9Okb33iBSmQjkwWLy702vQc36l/kV6xkMJR4HDYNhY6A9eQJ6rHTeFeuOrwxwKGwOcw1xLzuO0OepSFkZ9+3odel67yeuWjQX6oKXk0CHtoOe0OZSmv7TnC9kDeVzVzxueZKIUXPrGNS8Pc3Q+Rits7aQGnD3iy9uxkbRhZ2WDu9L4ScrzNYvs2YsnZftCZa/m3QAcIV2Yt+iQean6mW0+1vs9yruAsXGRBewkDfp78sM8Vrb7FYFp3W2KdYsQbl5pLtcyDml9nE32KxerH6vI+0JKXd2wkL4Y6oK669TQFDC9Lg+0jNENfvqnf1re8pa3yDPPPONi6kmany123tAi6OpyrK+O8GXQk0jUBUnPZNLQwNjR8Go+w3CZra7uQuBK6GxcvOsUs3ln8YZiENFnFnTJhXuynm8a1INadk+fk8vCNT+dl4uZHllDDm3cbrxo1La1LfWGxWCBvmZzuX50XJBdy6rh1c5MB89z8LrAZs7n2j8MGcKd8aDC5B73VaMdOD/kIc/ZX+0DfVavrLapfcMQXL1xpuyEBVOrmPmHgTwVXYOcLPwd43cIi0rKFM9bbQvMCFntLC+VVgmV+hcdJxcXUsA1fV2l0GxXhizrPdMa9q1joNC5ljZ2adDxLJujYz78Oy7jFbejHue0OZTWv7Tnaz4GJ9dUMmxrBQb2bEZ2Lc94NZ/3DUi+5/oi4Vbd3r+V5pLqR3U1W73pavRVDdKu4xg647lJwpVnK5TmIc8dcJwL0Zxc6DhU87nKznm1jFXIeayrXhfaF8OCUXedGpoCptflgZZ7YqnVfc8998hznvMcM7jbCGyiwCBYV14/NagVcW1f93ki319Dd9sJyTGo9Hm15yWRNmbRuBayOTmf6Skjh5oRIqptzzX+lT5PypbM28E7Fd9TDf7Y8M/Ncmw+MlT7ebK9pAcLGaqVqZrxm+8YR8d5RGENL3tUnQd9nmNQzzk63/61MuY77o1+/zZyPtYTafeIj6U9c1WM6azt1/L5Atqpu16bQV/LHA15Vg1LDtPr8kBLeboNNYL8qmJIHcRToVZzM8pJDi3hqZfP+Xqr9ZCTMEm8KS7Hc8J7yPAaAmozE16tuXmBCKfpxj3ZlgsjHpm7bb2OfTU8nHif8RTi/XVEXn3eW8gYFceK8llTPsTZeaO7Qti2q+oscunszPsxZrkEwRHjCvswHiFCprN4tLK+tiyhkXieNcqAOsjg2S97ry4lgToSRjPeX0K+uUZlADounX0+ZJXcVbzZjpypEGTt9rI5cixypK/5sZkY8vdz+d6UHgveTeTBq8W80GNVydDjic8IV+c88sEx/qkFrCG7adDxY6wgHCNMmrFy1Mx4uwe8PGkyARz8EOWdPOijAdy4JjaTaDvU83Zypo0xcJTo+eAx7/ILaHLieX743zG6R+RkxbGZ9t7zkSs+n5vrXHj5ZCm8nOeNe2vb8fgxHzmG7ngHKL8A85N64/H8YDyRPQ7hd4RcOX8P+uoYSjPe464yMG5EDqDHWAYNMXah1b1+HuGtZ7z42+Xq9pafQ8RFnN5Q6TlMew8k71dtW8UKDNF16pF3zy7PXH+Y3+Ecp6/pmeO+WN8Bxbl9bWaof3dP6X2bfH9Umo/Vyl7r+zftHcZ3EOPH3E3mzvLurPQ8p8nA8+x4FVLynWv53kmTcz7tLIZODQaDwTADZnS3K5KM0iB3opwRtpnkhHiKXGByfmG+roecLEp33SryyCdKIbUsfFiE3nhnucFdD9K0eo97si0WoeRKB6b1im0nr8MQO/akN4YpQ0PoNOHAe7+2tHDn97Z9Il/8F587Czifc/c+xy8gnYGUuJ+S/cT3Y1x33SLy0MdFzhwXWbtPZOVqv6EyMOgNOYwmjNPdO0QOPuSNVBa3A6u90UbuIlCmbfK5ITYCGUpzXSttoAAWfZQCcqzEOc/0TLkxFs/cl8HD6Nx9qwjlvdz9Lpfup95kR962KxiaHbXJoOB+6oVgwwOyqkohy4wf8/HhT6SPOzKkyQTYfIEhHpZv+sf4QVrGhgfh84DPMCLJGT/8mD+WHGMAYRuGGue6cRCRQw+XcqZdn3MiW6heHAHD1uXqh3qZ9Ju5wPxiUc4wEA6/aVVp7NLGjz4ff7rIrO9AG+Qz6/xgE4MQ/UOPlYdM09/dt4lcDjU42VyiHxCxkReueuXv2PAZfdTLTu68Y39fIfLMF4NBH0jxeCYwmDR9odI4JJ+LtPfA1AE/9yinVktbCWZySTKTM7c27xK57x9EYK5XMHYQosXjvpjfAcxtuBGSsvM8IZe+b5Pvj7T5WK3s83n/pr3DlGxN54eiGpK5NBlcf3rK51Gt3ztpcs6nncXQqcFgMBhat053PUCdbgqfz1VHreXBLvvRxyvviEPM0gxfjpGc5ImeuTouGwe6fZ5oPeTU9jHonXHga616j9dkWKh01480rZ7jnmwL48dtToSSRhBFxQzL2nbyOjx/eAkBhhbGF55mPIbgrlf6BSSeNIxk2nfeQoi8KJuV8YtfyLjiEkrJvsSeHbyJX/hH522kxvSZ7IBsnLoq2b6+YISt94tajFMiHGDh1lxoR4292i94WaBipCC35uPrOLiSOWEMuPbQl73xNQDBFmV1GCuuCRsMaszhvdp7t18kci0GL21yDsIpMRKgP7RdjQzOg3rEe85XUucctvJub9hS0qiS7vFuf/pvvEHIqxjPHu2rZ/nWFwfipgQBG0boI58Mhnqi+DteuBuf59vCkCXKIyYRjMfY5QRmfDtqkOJlfvp+/8xwLsarhux3dEv+hufKmctDsnHlCsmymYNMtI1O2fhwOd0ZkW3X+/FgbvX0+udNyc/i8eP3oUf9c+nGDKI9Svmd8xtwW/b5Z5f2L5z2hjoGFP1jLrKpxBjTPn+jB1fPOBuY0ztEzp/wbcRz5tlH/LyA/I77PvYZvylF+8xR7qFG33V3B+b9ac/WzibBDc+dyWKNnkHyPcDztP9LfozZOGBuV9MW5/NcphGlYQDe9Sp/3af/2m+whJKIbv7g9Sb6Akb0uIp4yvNLPiGlNzdu3FhHTo3wLmJuOILCqdIzx7yKZSjzDCfmY7Xv0YW+f8s85AmytWpJ5maTgTnJJonTzwLIOtPkrNBO3fVai04NDUFDnlXDksP0ujzsS/N0tyNahWE0wYi8eUVPfeXU9lks42GNoSzOMblVM417si1ltgYYG8q2nWw7eR1eP67VNlatD4ZxWOArs3HMgOzYs2mjEMisRrwhpWOY1peYqOip+33IcyCN2IyhT/iz4qbn+8Us5W9AvO9XCMY+sro63NlyArx4HHQM6COLYi3/w/mEgCs0lNlde833EwPOjeV0WAR3zJwL9AeDuxoZ+I1e8ni0CI3eUJ3uYakeuVx+jHsxPrSJ8Y7xGssEDj4sMowHPwHGj2gIanhjlBHunnaOjjGeXPoYGzhsTigZmmMRD+MKpsYlOzkmm2+4VeT4MyUiuuK5Y6W8TgxuIjIYb8aL+2HQJ8ePDRCuUw9w9x5X011OPBPGe7yUMsBc5AeGb5ja8SpynbZPWy68nHGHKDAQ6Wnb8ZxRGbSPGNzuftRFZ3Ogw5co0zGBsVo3L+LqB0k9698xOB+53WekunRU1xYROnMxk7uw/FBOTseeOcR4oB9X831w1vnI4n3z5s1SV8TvIvSei2TTz1WG+P2RnI/zYNiv6bpqyNaqxWwyuCydrMjaBY5zDWRydddrLTo1NAQNeVYNSw7T6/KAbZO1I1qFYTTBiHzqyjX3O+3zhbY/r8+X8n7Jc+Ma4iC5sCvWYU5eNzn7dRqmm2Q4jmtUu3bGq+8Lhk9AXjJySnrc77J7xtenLVKT5xTvG51bZBxPtEVkQ1lfJsuNZryh82DtnlWGsjDiqerbpyzUbKj0eTXXVctqnZQtOT4J1v/8+JicOnXK/Z5zTqaNS3L80uZo2vwoayt8nmx/hgxT1c2ZGfOfDZS4bd3wqmIepc6Z8ZnPVjVtVaPDtLmgGw9AN92SbZednvc6ja9bqvfhYl9XTzSDDI3Ua5P1bzmiIc+qYclhel0eME93O6JVGEYTjMhD1yZkQz/kNSGEFw/OQkh0XHmhXHpN4sT952yrGhm0PRb5aTWCaxn3YluTJYItvHqQneEFwivG/7SNUUk4piudFcosqSeXdgih1XBcwnbxxNIfQlspjfP458JNg2HMMdrE4w05FV5CPHPuWI83EGbTTTHfvMPrNdsrG1yN285S2C8foBvkggAMmblfttMbEshA/8ZGffg5HlvIeyDrWb1J5NJp76kkpJa26KOrVw3Z1pT/G5kxODSPEq8MfUEv5HsjO6WZuCapG9U9Hkgd5yTrOfdUGfCO0h/6QJgl/dGwSw0nTSPFcuOFDilrNh1CpnM+5NgtqgrpxG3MKyV64t7ohnvQR+Ye4PfwRd8/54UPod38r/XDST1wYe2UReoq5VPTvhs/0hnKSdcKnd0uhGpDX3dIP+gJOgj9V9kZXyXtc57XCd9+RyCrK2RKfSScG525z7t9GgR6O3vMfw7BGqH6nM+1PAPoUGXnXNpnXjKOPSv9b/VYM06cU2SpRx8ZH5bu9J/3pIF4s+kHf8MH4OqnQ07X6+uDO+8983VkJmFd/NzOOB6dq6H68bhWams2lmyMd/rE86RkdxpuGoedKlmhgvdT/Px290lh7IoMnTwmG7oy9SOyrANT/gzM9r0w3+vqiWKkQaE8pYm5S8TVIn/3kj3ontUNUeRNs60tWoXwtUlQd50amgKm1+UBM7rbEc3AcroQOTHMIFRbtbFUd3g+JDosLiERWru1aE9WPQ7zIeShvckDnswr3oUmb3nd9trGnXPHnxR54gve4IT8CgMKI3Lzdd7AmDjn814JgV0b8qIxIDACyWWFwIoFNAYsOc8sOjGI+J/jO27y40zeKn2ChZrQZMJRnXGCUTQtsuU6b8DRD3SzkkV5d4mcLjku/I1h7MZvWqQPY7nf6wKjhgAbxpU+sQjm/uo1xcBm0YUc2A1rtol85q/LSbe6IJG62xtBzsgKhj46Y3wcC/qkyOWTXibGw9XtnvLt0z/aBxhw5DbHuol1z2KdxTN9p0/cByOGhTSGM7LmRkvGI7pwdcrzpfYhQdP2k6RYjDMLczYU0DPGoQvHf9aHdE/u8SHok/vLiZicbOQqHysnbkP/5FUiA8Yi43DmsF/0kzPtmL4zPpQaT64a4sjB5g46Rb9DF0IO9I5yw0+Zm0dP+t+0TeoAmxmkAzA2yI4xi+GHEY3Mo1dELpz0MulmAQt05iK6YfwwrNEP+dd4b+nTzpv8XGf+YayyGL94xsvtxiLj7827woXjh02Vo094WR2BVbfXIXNf2d+Z/72n/T0vnPLHN2wXOXEghN9fEhm+4MeGtAOeMw1dR3bkiqsfqC4rMXIz/rphBp8CsjOupAHQTqW2uMZVLEh4szV3uxCeB85h442NC2d8s2mSCzwHyJQvJwXU51fJGdHdWL6+RJbz/R6a7/dCvb9P5gOXB35Q5OAjpXQCgB6vu6N5vnubZW3RKoSvBoPBUAdYeHk7QllOk/VFF5PldL5yslBUhu6Yqdl5Jw/5XfE0cDz55c31A2rA5aofh7S2qpHB9amnlOdWvB8eq+B5rhbKTK25qM4YCqzTLK7VUwxbMd5fDFAn+zVPfKWGLH09d8wbX5AqaSgqnmIWokrChXwYRC43lEV7LuS2Bi+yM5SnvfEZhY+njgsL/evv8oaN+3w6eA7XiqzfHsp39ZdYtzE4AV714/tFTj3rP1+9VeTAg74vGITOW4txdknkwEM+rxdA0qWkWs6LFwxAxor/Oe48ud1epngxTN9cSPBEuu4xbDA80SFjpqHKGMT0R72W/I8BFxNWub5HIcJ4uJOsv4x170o/7hisyE0+PDJh7LkSX1PeuMbAjeexI8uKSoRhyDmPPyXaMv4z5jmGGEYkbbL4J2fWMaQH3XMP8rMxONX43n6D31jAOHf6j5ibNb/blfoieiHqs2MIn/RyYvgxrzC2NUfcD7rXPcYubWLwYuAyt/itnnHGEgOb//U6DEyY2eNnE70iNyHhTg9Dfu6q143xx5jXfqjsjAv5tWwMTIz4+ReXiFKSKPqnnmrmrvOMJ94d8Tsl9b2W8UYXeejFyIucyNptnqQwaXBrW5B2wVJeHIPwPDE+14UKDGyO3PJiTwbIJoZuADFvb31RaU7SH2Xh180WeBWYj8yJYi58Fe+5Rn4Pzfd7oZ7fJ/MF75G0nPRKx5fz2mIh37MGg8HQgjBPd7uCRQYerypZTpdazszVi7Ku85JkurPBI9FRHxIdjDcWzC70uK+6cZgvIY9jcc77xUeS2ZVFbi0kM3g3MUzwOmpNYowojFbawoDG2MbAIKwcww2Dw5FCjXovN15lDFA8nHjH8QSqtxgj7OQB7xEHXEdJqdXr/T0IsXUh8ni/T3qGZwxnxi8mxUobF/e7R+Ser5bM8AVZd21CMpNXfBkxFxrfF0Kcu0o6ch7YrCd+wvDauNMbC3g9kbloIHZ7wwfD3zFPb/PX4tmdXunHm78xXHfe4q8jhBwjjHFiAU4ZOTyPWuOZsVBCuTTdY4OpTrmOMeAeLvQ46Fll4Flz9bCDIahh6ZVIsZgv9Hn9Vu9Jp2284cxXrtdQcbfhEI07hvGZQz6Kg/5xb+Rk82X/Q17/hFZjqG/d540+xl1D/x3RGmOJsRrCvnPB+5zp9oYqGye0gVxsAATm5kw+L+vWrZPM2JAfjz13+LFFADZ4dt3sZeF5Y+7rPHEe3QG/z4PnGHD9RJijjBv93bSznFyPmtSEnzMesLGr15hxZdyvXPaEc8xbjtEXxyA/Wgp3Rw/rovcAn7FZgZHK5yo7LOJ85hjkQ71xQNtjG0ph/chMH12d7ZR3SqX3bxobdlmd7pS2YLwmokKvY84wPLGhzn4CTOZa3griNEqGMU7FdJvQZ023iQjtnE67pkslqetFuDnf76HkdchezffCfK+rF5yOxvzzwnOlpe6IbuC4vmcWCZlMxj+ryVrjzbC2aBXC1yZDQ3RqWHKYXpcHzOhuZ9TAcrqk6OqS7JpNsg5vFAZHmVesDiQ6LLhYaLN4rQYLJfJhUZvG7FoLyYzzSFOWZaJ0LQYCP2DL9SJTIfQ5vgfQvG6Xx1oI9w15wPxgmCkrs3pe+F0InkVybvGwqWGkzNEs2NVodB7kztnJ3LIZya5aJ+uQ5XxgQAca/k3f1Dhjg4Aw6Zg0S/uOB1OBMaTGBobmIJ7rsZDbmvEGWSaEIisrOAYIf7PgBfSf+8YLvkqkYgrVKZ5oQJhqrGeVgftilGH0VkOK5XK5g74wrDGuVMf6eVk7Ydw1V52oBxZfyIIXU41E7sW1tKn9xgibigx5DAKXt53os0sBiAi46DMs56qCbNYt+tyzCthA6d7q+1AWUkuJuOB1dQjRBoy/6lBl1PnrcvJ9nnFJTlIRBv2c1ZxzZEdOjEZlaMfj63gBwtcam1DMNQ1T5R76HkB2xipN9o6VPiQbPWjtdELx1XDjPmz88HzN9k6phQ17rvc0z6Neh+yhOkAZkIvNCzYCYrm0be1z8fzS3OLRWdcZar3XmxRrvt9D8XUuFzuFiT9N1vleVw/oM+7eR4EXQf+PP18kFJ/VZlxbGClbc+nUsKQwvS4PWHi5oWmYG48dOyb5BGlTXch3qvm8Hm3VUwYWzzGS9TjxIMbkS2njhict2Q7QkGgnk5IQRV4KjIu0+8UhhWmeI+1f1E/Y6I+NUoc9vn9Huuzx+DiPYsJz4kKWI7nw9Cdl4brkOLvNhugY+cZJaN5yNTpMOycpQ7WkWGVjStspYZtp4x6TYxXJs2JiroS+iu2nEHrF45HcSNG2qnlW02RPu19Sz2n6SiMZS5szZXO5O12GOeZoZdkTciYxG8lZI1Gv91PUZ57PY6SJxxEGzUK42Szv5Gow15xY5DlTfFabkem6VQhfmwxNrVPDvGF6XR4wT7ehaZgbR0ZGpLBup0judP3IdwAEYXh4yKnD84UnCM9RJVRqi4W+sqIro3QcUjebDBi1eJZmY88lZJiwcrzcyIm3CgIq58mEeAliqGuBjZx75bwXkhUzxrULZw/M5LhyCS3F00L4LJ5e2lVvHx4+Qm1jhjnCpflXQ5A5BzZxFopcR0g3YbpuXU5YNp7CbpGeFV5G7R97echQKEhhdFhGxq5JoX+N90rjjcWrzj0IrSU02IVYX/ZeUPK0MShdKkCXD+t19ZMLIU851Dheu8V7H8lFxpPJx4RHIx/t8ONItMjrhnW924fkE4rN2DEfGGPuQx9HA4s7Y+w8yRMR+3BPYH8P+eJ4Yp0+o5xDZNZQanSFzBiBTi94ucdFugk1h4Qt1GjGS8v59JnP0OXEZClCQcumMe9d/7gOAj3Gvc979TUPHHlJMWCjAlkdy/w1T+LGeF274scGnfM53mYl9OK3y/HOe507uUJIrIZAK0avSuH8cRk5cUYKWzf5Z4t57DzvQUZHNhZY2Xlm0LUz5gLbO7rQ+7kw/MCojkyOaX06YtqHCyHrUy3oH+NE/rUaL7mIIZ123BznXgU/X2kTY50QefROu8xRxoTTCPklND4brlWiOTdnekMkQwhjj+EI9XpLzzPPHZEhLmw8vGPKwsbDMw/mw9QcMzzr86W1uOM0FuSM35Fp1+m8dXOW52RcCtmsjIivNuB0l/bOTOtPI9OVYpZ/nhvmA+kO9fpeaASpKM9KGvFdTEK4iKzdxe/VeDOlWdAqhK9NhqbWqWHeML0uD2QKy+jJHR4elsHBQVduYeXKEEJpaApMT0/L/v37Ze/evZIjhHQGo2lH7ezlwBlOkz7XscjwDPv1c2YPDU22pSy/3D8qiTVDpjQZMKJi9u20ayGxeuQTpfBPvJcbdvlFLyRaKgMhs3e8PCpNM+2NRQ2DBRAq3fIVJW8ghvuj/88vBF3YeUZk426Rrdf5vG4tU7X9ZpFnH/G5rVxLvjQs1uu3eIZqRyq23efwHnuiVG8Y4rTdt5Z7A+n/ocdkenRY9ufWyN6OCcmdO+JJsM4c9f0jZxhj9Gwo/YRc9BkjCaI0jAT68fQD3vglJJmx3H6jDy1+7HP+OMeuv9PnN5N7DiDpom8Y2a6UWshFpF9PfL5EJHXjc/1vx8weLA7HhLzKb4BwIeRrbIgQ0g/xFnAGfcQmrvpxRGkhTBnjBsMGkit10HP6g//qSdncPOgSueOlnjwOo54xwCDFgNuwu3QdxhELc0KuHYle1hO5HX7cl37TeUYIOXIdeNi3t2q9H2PyrBVsxrjw/RDqyj0x4CHlY/5qODjGPHNt6/VlzOvT10Zl/0Sn7O2ZlhztE+qsBGRsWiCPsudHc6EYBs4Ys9HAPGUzwKVABLI4NlO09B392H2bHysXCp/1ud16v/hZ4nwI9zjORsNT9/ucWsjt+Ax5nvvq8tiuWF/VjjvACHX592G+syHAvSEwhE9By6dt2RPdrMr3QD3fa2nXJedteK9N9w/K/qt52bt2heTQSbLttP5UI/t8kWT5L477xpkRCPMZv8WWXUkIIbFbRJnKvlfjqJBmwWLrpg3Q9Do1zAum1+VhX5rRbWjOF06ZF6AGopb4OozJI08EgrPE3hKLIIiHZvN4a1sYLaefrRy+CqlMLFssg2MIxhhIaV+vZdH/6b8uz7fECMIAwNMGqZh6CDFW3KKEBXBG5OCDfiGPMe28c8GThZFy/d3esIIgzV2HFxwPZqf30rHuXol3NZT0OnPEG2rOs9TpS3xRJ5vFo4apU7YM/dA28pEMOnLFG8GQUGEY0/7T9zuDZ7pvhewvDMre4/dLDm87htzqzaF00SW/uCJf2OXXwqx9ynsnIZBzdZevesZnFv3Oa9rrdcrGAF4jSMhcJEDBG2x3f6UfAzYr8GY6z3rwlB1+1JPC4U1lI4LzaQcDZMfNXg/IjgGFR3jP7V6GoTPeA027bDhoDXSmFAaOy0fOiDx5n+8/xh550o7sLbCys+DG6Hro46GGd2cwBreLnD7gx9yVtsv46/rD5g66Z7wZdxambABouSlI5tAXukbnbH6wgUH0gItIgIyIHGhYvVeI7H1OyQPNXKJ9rSPMPWk/WVuY0HPmKO072UdluiDe6F7RITk1gJ2OMn78uI7Bcezr3X7+09dk245ort8bqniZOcYc4XlzZHXM62si6zaHORm8uRr67Z4viOeO+utoG084jPf0hT5zvhrf6O1Fr/XebeR85otej7xb3LwfDR7VkP/O3E7eT8dKPa7oko0qreXNpg8eWjYeuL8+E8xdZ1xMiqzfOTMdIfkOid8lRx8vN0pcRAkbQqG8nOtPIO0j5YK2QPI6RTxv6Vd3v0yPXZH9h4/J3i0bJHfsqfJ3JvMr2Z9qZJ8vGL8w12aA+XLd3aWa1/P5XlgMUtHYS6/RIvpdk6bTBo1nSyzkF1s3LY6W0KmhZphel4fRbeHlhqYhkdi0aZP7XTfyHUKPMcrSwIJuLiZZbQsDTr3b1bCsxjJwbSWSUb0WwyU2uIEydDvs9DW1y2QLdXb1HAxCfjAetC2MHFe7eFTkXFjAbt4TyosFkrGNW0X23u3HCgNXNLx00ntLFZt2eXmLxFKByEpJybgXEQqu9vAV/38GsyArmwpXJev+z3pjlw0DDBzkOvK49/7QBkYvBhTAI84YwGTOD8AzfuasyP4H/f94Sl2ZrgDuwTnUFXfzKC8ywMtvpci5EyKnDvrzIOXCOGG8lO25SCgXCM9c+HdYBGrpGgwrvLAQb+k4cR+834wfRp/THSHWMJnrdYEdnE2gYkRCYOvOUTM7ENatHPeGDcYrXmF+qB1dYGMj6AvDEQ+QK0UWysnh/eUYKQ/MNzcf8BJ1lOYC90ee1Rv8/xiNK1Z5w5hrYDPHkGFs0uZoxLzOyG7qmJZsIRcR602UvHg6OLo5wThlUtpWGYSogqOhxjpcBT1+s4ToAzfXpkptudBzGNU3+h/GXc9j3JHDlcILwLgkSkFJmxhrjB/GQ8dG9+OKnvjAVp7rmXk/HSsF8yEwgDt9aFqAbjLoMxExhbtnMvbi1VqVgetdPiebL6QG9M9sS/9OQzxvA7K9/bIp1yvZK2dmvjPT+lON7PMF7+U0gxvwvpscKyP2a0pS0Zj4bglZu2d8rzYjWoXwtUnQEjo11AzT6/KAPbWGpimXsGrVqvqWwZiLKbZaJtmFsKxWc63Wzo4Rk6ToYr0qNuwo5xEjMHn/5GJP20i2lawnq7WB47adnNExPJTxbxdKMy2rpkfK9x0wotLaKvPm4TFOyI4RHDNtx23EBknamGsoNdDQ2uT9km0y7jPYwyfT/0+OX1I2xkTrkbvP8zPbo79p10Us00V50o7FfdSa5jHiz+N7VzNHo/7xiK7K5SWDHpNtJa+rpu20c5Ke3bTr0sY9mnsOjEEc5aLGXHyeGtaztVNprNKer7RnIk1fs7Uz2/FqxqbGd1bx/Zv2rknrz1wyNsN7u1mxiKzdDfleNSwpTKftCdPr8oB5ug1Nw9x4+PBh2bVrV/12cPHIuJDXrpIBpURjhJxWyyQ7G4sqCyRClvGu4Q0nzJY84uS1hKHiFVPSHM7Be8fnaQzjOgbKUn36cCDbWRlCZwdC7mjIpdXwcsITHcnWKh+SDQijJt8Uz14nIboQ9vSKXCDsNxBLuVrg097768jCkCuUb8IYdF70rA8P5949hAJf8n/T1uVAfoeceGtDqGA+k5PDudWySzKSJbQdeZVNHG/zOOWXct6DSEi1kmA5kOs7LbJmYwiJ7xRZtdaHXBNuTTg1oD3uh0fc1cXWfPcopJkxJjTb1SoO442+0IGGe2sYMOOp7WDk07Y7L4Txnz/p9Ycxorp3Or7m78PccroLBGWOFIx8Z9ID1vt+M/cYL/pAWPnACpG+1f4YOub8syGXHwys8/3nnkN42wkPHwgh8RGjOd7ejTtEegd9v8m5noRw7ulQBz2EntNPvO6aP81Y4emOoXPWqaLgw/8nr0l+clwOT3TIroGMZEWJxybS56jzPmMYFrzHWb3ZkJpxLfpw5c5CzW9C4rUsGmOuYeVlz0bwsLt5mw9keByj3neHj+agr4TW4wXmWXJEdhAI9vjxw7uGLvCSpzL/d6ffzz1nUfkw5gjtk76h05a5wXMCB4TmfNOfYs3mWfqTJNRKe/cosRvzGL3EhIbM4fgaZGUjCn3EdeMT7Rbfvx3dM3fi05jka2GZrpUwrMkYwOsOHS/GNUmEpyH/zfy92sxYBHK6pcay0+kygel1eaCjXpPFHn7DQgCf38TERH0ZOR2T7FM+l7cYqh2MrV23lTPJzodlFSP22S/7BZPWlE6ST3Ht6GM+Dzn2IpHruvNm/7lbHFBLOgpvZRwgyoJEikU7xgWGDQbc9ptEVobFP0YJ4elav5iFG3nSJ58RORjCUDE8Jh8S2bjHG1/UHya0FDkZbq7HKMDoOvpkCEOGrbjbs3BjICEDfcSAZ6F46BGf0+2MsV6f/zx62RsOjKurP52XwmCPTEz1SAFSLXLEGXtCpekr55ADi7FKW/zvDPyw+ES2jdtFju/3/xP+6+p7j/vxpab4+WDwYrDtvt0bXIzp1EGRg4+USM3YGEBWxhlDizB3jD7H/o0OusO9O324NjISju4IpcgzHvMEXfSR/FbGHoOWEF+MHgxnCKjQF8Y290LHJ5/1hrhjis+G8PsRn/OOEUb4M7rAKDzwKR8F4Poz6PPA2Uggz50xpW2XQx1CtzEsd97qDSk19hiDp7/gjWV0j/zIecuL/AYKhjZ9p92+wCBOO8wfCOrUoEHfENE5wrKCz+1Hf6s3SWHovExkV0mhQFTBRGCUp376lO/z4cueuAxDFLAhAxGfGvBO1jU+DUCNODYI9n/J/+82JKb9PGUDQeeDey7Eb3KsglCLkPcx/wyQh88mBSzb9A9DkzG7eM6HI5MewXicOOjz3tkMYR5BjqfPG2Hj/GYu8TnzIXk/+sk4KKEi/WAM0CebCrqJw/GbX+A3M0hhcOzsV/01qq+0/oDciRKRVNq7h+uJjmF+xu8e5Ca9QlmfJw94cro44oG5D49Aghm6+P7dkMK+7ebssB8THZdqWaZTibKi/i2UAbwVwXhljvtxSX4n8I6pI2t3Q75XmxXzmWstiGWl02UE0+vyQHY+E+NjH/uY/PAP/7DcdtttLmEcMgcSyG+//Xb5kR/5EfnXf/1XeyEYmgNu4ZwIs+X/tNDkSmCnnC/u2EOFMeMMbrzo0SIUYxIWchbg7rwJf27Mtgz434WBTnhjCQMYg1DBQhmjiPs6T2TeL9odaVjUnsv9Hi3JhgGH4YyHF6MSgxtvLIzhJ/aLrCHvtuCN4yc/X+7FwivpwmMxJC95jzKGE4aQ2wRY5dt1JaCU/Tgfyi5d8oRhamSxqeG8vIGRmxxZGJ8hqLp83vcbA4mNB81BdQzhe320AEYX94EUDGC0s3Hi2J/xkI+Ws0DjHcLQwSChbTzncYg8i1uMT/qhniTye3fc6Jnc1djFMMWjS945OdLcn00H7kl7zts74Y2XyUDcBTDuXSmuq/5zdMkYomP+dgzdE95ohryNDRUnd5fXzalDPo/dlQUb99fCno5nlNz1/Q95/Sm3gGOhz/pj6mJFfxD+aakx+sT1LEZPPOONf/oHU3psODlvcb8IBFoYibStBjebAi6nN18iA3Ne6tBnDD3mL/OQDQuMehddkvNjoQax8/aGOcpvZfzWUGE2Xhgf+q0eYfqqBqXrX65UQaAjaovxg1SO/rHxwTgyhzHyya1lDtMusl4JOfXIhgEHeaCWG6Nf6ArDVaMekvfjvcEGiyPoY5Ohx1ceYCOF+a7h1zwnpw6XctFd+bYd/pmerT/ARYwc8l67tHePu+6kn//xu4eNEzZ5dN47zoBkDXRKAAaZ0sD7AgZ0xqR4TU5k7TaRvffMNLiRrZInEfmTRlCyf2lAZ0kZYgbw2cgvWwXMh2T6jONpaPHQ+aXCfOeawWAwNKOnG2/2+9//fnn7298uzz77rPT398tdd90lN954ozO8YW47deqUfOADH5Df+73fkz179sh//a//Vd70pjeZF9ywNICQx3lF95XCrzs0bHVsbiK1GCyMYZXV0DUWvc7LxCI7seOM4Y3BhDHCPVjw49F1IdwhzBPDhOMqA55bjAOt0w0wSly963yJ0RtjAgODhT8LfDzEEFhhUNA2ZFVsBmBwEVLOgtl5cPFanxbZvs8bWG58TnuPJwttFuwYABjFzlOL0XLZGyB4IQlXp61nH/WGFR4Zx5Cd98bwmcMi227wBrP2j3HHkLlIjehVwXN70Zce4hxCyxlPSOLQj9bhnh73REmOVOhyKHsVSp2xT4ixx+IU7zrGOMYesrAZwXgCzof4ilBvl+cOK/gVP4ZsADDGGExcj8GIPJqPSzQA12CQ0w73wlOKbGs2lcKpjz0tcvPzS3rHI8+mB9EAzjgOIeXoybHKX/Xj7DxaO0ukaBh+zMu1N4Ta66RCIMd+7w3G+EV2gJwujDzrjS8MHo6xgYHHFF0w5s4jyYZHKPeEdxavPEYl1zDefaHmOeA8ruEz2nbkdiH8W8nBNGQcL/blMZHuNZ7Znb4xLnyOYaR1ymkPI4/ybcwxNkUYQ87HIOb4xksiK4lMGC/pS2uQq0eYe6rn03mEo68tNmqIPuAcNiecsX3ee+3RpTNY2Wg4EDzUa0rjBxgPZHdpEsyH9aWNsrT76Vgxz7mGjRnGhjnFNWpUoz+eZZ4fxkvDh+fqTxqhVvLdw/PHu8W9z66Vyt+5UmDT/hlwGz153/+0EObZyLrYaCEsN8m+XVanuwqW6YUQhlWSoR0MbvrNMwCLfVrof72J6ZYDFpGczmAwGBpudGNgk0fyhje8Qb7zO79Tnve850lHymJhampK7rvvPvnQhz4kP/3TPy2/+7u/K4888si8BTQsD5CesG3btvpu0KjXgEWmsnvr//Hn82FZdWzLs+yeq+GszL/OqAyIFwexDCykNR8cw9mFW4dzMaZYoJURbI37tjmOcYcxh3Gu93KEPKEGcvHe+VD+KMjOwh+DiPYcQ/FQyZgePud/AGHMGMDKvu289yx2hkth8RjDsczjI5Jdu1m27Vgr2VFKe+GxXkP8qM//dWWPgtfRLYwC2zpwHvkwVho6j1wYwc6LryH4GjZY8Hsf8Xg672yH/2FzRL2QGCgYszEwWlnoU/Pc1aoO4O847H/bXr/RoYzqRQI2CLvy3pONwYPxpqzSvR3eu4iBqOOD7piHyDQZfpy3d9pvTACMXjyZnFckQiLfPPIAuk2KKS87Xm/1nnE618Xeftf/QmneutrX0TtcQ815TlKJ4dg0mnThUds2rpcsnACqG43SiMfOeduj0lo9pEdMh1JwYY6qQRjrC4M0Dgflf/rncp6H0snhXDoC8od5UWQ0z/o8cf3fedD7Zl7PBk4SafeLxwO5HPldyJuOx1nHnfnq0hCi985s/alEqBW/e1weft73JWYuL96fEoB9pXuy8aEeb5UhQdY14/1biX27FsNloYRhszGAtzK036yf0sKe60ik1pDv1WVOTrfUWDY6XWYwvS4PVP3UvvrVr3ZG9x/8wR/IC1/4wlSDG3D8RS96kbz3ve+VQ4cOydd93dfVU15DGzM3DgwM1JdltZGEPGnkZ2mfz1eG5PEk2RNGNnnICq3XGV+Xy84ML8UrHI+xLs6TxFFp1+HpUujzX0ayNLMvme5eGVixYqZeY7IgDZ1NEjYlSZucXNF7Jw4vj2VIG9O4nmk8bkl5knqdMe6JkN0iKVL0Ku2sUM89lkvTA+Jx4Bp0lrwf7VWSJ5Y5WdYuOeboOm3OVDN+0X0z3T0y0NUhGeZE3L8kQRh9U++uayNKiVDwedpYJduJf8dItp9ciPJ5mgzVPMtzEVo5EsQUozft+Uprt5r201DNO6XGthvy/p1v/9odizguDdFrM2IZzbVlo9NlBtPr8kDVnu63vvWtNTe+Zs0aedvb3lbzdYblh+npaTl48KBcd911jiNg3kylQI919vlFcUyiVomQZ/RqFMrY6z2fs4UyEoZNeKXLGZ8uhW8Syou3jvxmzfnGG3VtrBTqzHmwfzvjIutDVJOykyvc0es9XHhBqdXco0zMgV28N+QxZzB4gneS0GLCvLkXn+H93X2bHwMMPRiPCR0eDbmvtAkRGCGveJcJwXXeMTzEWe+V7F1Z8ori0UT+6RByzDg6eTEuYIym3nPwJq7ZLNMTE3Lw2FNyXU9echjRRAA4huWuEBI+HcLML5cYqyF6cpNiyofcaz473kOuI0SY+zljaiR4+WEnJ5T9VChvFrymeP4JO+c6dIOhzvzSHGNkgNFayYvQ64CyqAcCNpfTHTzm9M2RyREG3RtkhhW7X2QV4fxdIQWAtIJhv1mB/rnP6ownSMuEHH30QXuEvDN2yM1tHZHYhA+XVpZz6msTko7+lIGdfkwF/eA1pf+ORO9gia3fsZJnvWz0hfro5JO7TYDeUrg3/WARx7xVj7f7PERUMAaOBKxfpiUrB0+ek+tWDUpu/Q7vRdYFoLvHNS8b44X8sIQz/twnM+bvQR69EttNBI4CZSCnPeYJ/aE9xor+0R7jg1eZ8HVkWxHk4v5EcaBr9z8bNKE9nTMQquEKdznjYZPAVRzYWRuBYkwgtgnm8nVR/XVl06du+faQR65s84SeF0pzTdsnwiEOM3Z5/SGkmucp+S6qRDQWVwYgYoJ+J0v/xbIrJiZk+soFOXj0uFy3Y7vklByulvdhrePnZJsqMba7/ozUzjpdLVv1XN8Vi8l0Xcu4LFDOeX2vtiJ0THmnJNMpeDfUkZxuqbFsdLrMYHpdHrCSYYamAbwBC2Iqndwf8hqjdgjzpV0M1UqEPCxwnnmgfBHLOZD5EAaaBhb7Nz5X5L5/8LnRCsjCbn+JZ/d2ObXk9ZJHOeWJu9y1azzzMMzJLKb4SZN9/WaRh/691L4aibe9xIdms8Agt/vI4z5cmwU9i7JbX+TJnZ66v3Q/jMHrb/PHkGXHzd64fPwzISc062VXlnGMG4wl8s7JZyaHHbtq371e9sPkjQdZIYi65Sv8MRY7tEWZL8b14mnJT+AlnxQZOu1zX7m/sntjlDz7iD+GUXX9nZ5d+qn7vBHG+fQNwxTWcK5DTozIL/5fbxzQt713iZx91hOOgU07/UYKufJseLDpgAGPgQQLuDK/cpy5oItY9HrD80p6xZDBaOb0vXd7kjqMNoxQ8ucJR2cTARnueoXXBWHXXIeMVy+IDNwUyjQNitz0XN/u4cdL+fDX3eWN7mcf9sfYsOhY7dmvYY2mLXT+pY97sjPAvCJfmLBoDZ12832DX5wfCG3pM4B+nrkvsN/f7OWMDUXGhXPI+3fjt0vkvv/jNzEAukCeYU+yls+tFjlPnmS3yO5bPXEdbZO/zPzAMED2Cfp3h59nzEmVnZz9vc8R2f/FwFK/y8+DOCKADQo2jOA2UJBacPwZz8oNmO88hwceETn6RGmDgTJpO28SOfRlr+tdN4sMX/L5+jou5HKjs7jEXwwlMZvBiBwRiHWtF7n3a0W++C+l8UQG+sP9H/tU4BSIKhvoXOM3uonfPRjZ/L3zFq8jxjT5LlKisfg6txkRGOhVDjZUku+UJPmZvkcnJyVPiTXSZhhbCNnYTKz2fVjL+Dm2/LCJBngGkIN3WaYG1ulq2aqr/a5YLKbraselTnLW9L3aqkh7luJ524ZlwwztB9Nr+yNTmEfdAcoV/L//9//ky1/+sly8eNExla9bt86xmb/0pS+VzjjssIkA2Rss60NDQ478zdBcu3z79++XvXv3zr17i9fi6OPlCxbnHYDtudMvSGJ2crxeeLTw2CUJeTDMHvp45fI0d70q3cPjrvt3v6vu2KIx/jr8ce7DolmZmMmLXrkhsHLjQcKwyYhQtxoyHTBD9qxnQad92uVLVsvL0JcbnuvPo8ySO4an6JrPmYY1GSMPQ4rrudbVCaZE11YfasfCnDJQGALqQcag0VJOeJ3IJ8YoZiHIooXQZGfY4EHAsz4ealmP+wUjjOUYWtRpxss/OiTTKzfI/ule2Tt2QnKUJMPLCXEaRvbpI/43XlwW/Px+5oue3RwDmTbJn8a4pS8syll8UhoKTyfeNzYs0OfBhwJD+QY/vowNf2MkXHe39y4jL3rGYKad2BMCURV9LM6HMd9vgB51Hu3YVyLSQ0e0hQxu8+Mxb/0Mkvda8J5W+ku/r7/bb5gw7siB9xOvs/P2h/B9l+M95r3Y9J9cchbWfPbpj/gSaRh0jtl+pdcXc/R5r/aRCsj87GN+g4JNDww4jBhHyvaUn2srBkWOPBUiIYgiCF5f9WiyAcE3whf/j48SYGy4JwRxZ465uTK97Uav09yY5IgSYAyvv8NvbjBWjsQNDznEaytFHvo378l1z6Cy0p/3crGRwXjinXfRG/1+8cy8oi0MR8aOMUQfT3zOz1k817TJBgzl+Ig0YJ7QXze2Ez6Xe8Nurwsti+dK1OFtD6XJ+Pq765Wze3HLvKQVCMTYUMOIwoDUsmHMETz2MdEZRGv6TtH3mHrneB4hM9QoBcZcc9/T3kUanePGHW86kTCJkFN0yTOg9Z9j2aP36HS+IPsvXJG9G9ZIjo0QcvWViLGa9+FsiMePcWAzLpN4bzOn0Un87mZe6nNZzXeAIr6u1u+K2e5Zb8w2LnWSs6bv1VaG6jkZNaKRTIul00XAstHpMoPptbVRrX1Zs6f7T/7kT+RnfuZn5Ny54LVLYMOGDfKud73Lka0ZDIvGVMoXLQu3/HgwVKONHzw2EG7BjpwEi9Y0gxtwvBLDubsuhK2zmHWGbKipDLQEFcaMY3M+7b2vhEFrXinHlYApKTsGBwtpgJHBl+u1QAZDKDb9Z3HO3wCPIws2PHzOIAyewmwIpVbgCWNxi4EACJtmUYK8/OBNJnyaxiBV4wes2OU9hbCUA8aSxSL90/HDq4zhwzGVi7+zXYFALJB4cYx+K0kbnkZkx2AhLNvpLIQ4syGAQcMPBpYri0SZLBFZt9kbMowDRjhwnjjCt2FxPuV/qGve2xcYvEP4tnqJdCGr7LbxfMAAZExGNQ8Y73yvNxaVaKwbNvNVXn6NSNAQcYdgsLPRwD3pD4YRof2y1nvJXZRC8EjjfXVyTXqZ124SOfqUry8dAznw4PHD2GB0Y2xOYriNBobya2EjIMClQhRK8wrjGOMe49oxdk/48WVTII7e0PBtNkAAcxQ2+q5sIGwL8xJZMebZRVDyLuYB3lPAfRyL+3hJz1oeTJ8lmMhduHF3qa43mwvMK3TsCAVJKejxx3k2KG/mdL/dj/GhqM8r1nnZdd5iEKte9dmbq4pBTGJWCZClKWEanvhTD/j7JonO4ndK/B5jrJBHxxjE++Fp7yIlGiPKwI17Chzhf9g0qeo9eqVEVMgcj+Wf7X04G+LxQ9ZMynsbTCbe3bOxTlfLVl3rd8ViMl3PNi7NJGcrQPWcRk5nY2UwGJoENRndH/7wh+V7vud75Bu/8Rvlta99rdx0002yapV/wV2+fFmefPJJ+ehHPyrf9V3fJV1dXfL617++UXIb2pC5cffu3dUxcqYxkSY9GUkisErspXMxmFf6PO14WfhiWATH3gktHVXpmlh2ZVV2baSEkvG5er7jc+Lar7SdHE+uixd3mqutIbBOhuC5TsqVJlMsG0YeHndlCUev+WnZ3TEm2bisGu3H+tAxiPsTy1OUPRiGsUzud3TMsYgngncIcY7HPW2xrvIk9ZqUY76y4/FMm4NlzPIV5IqZsYuIxl1lTso1Y25NljPu6+fJORqnYugGSNSn7NSE7O70LOZlMqSRhsUbWqqXfHKuJbw1zOHpjvJzQNp8L9N9Sp9pKyYcStZGVtnriWrfKcn5kPw/2ZdK7c6XuTk6zj7Q7tX9klU2+qSe5pKhWszVx+S7uwrZZ/28nt8VjUSD5Kzpe7WVsczYy5eFTpcZTK/LAzUZ3dTofve73y0//uM/nvr5vffeK2984xvlPe95jzvXjG5DTZOxAiP+jHA8FoZ4+LSuaZLxONmOI2gaLSenKeZVBo8khFOc4/JzAzkWK9Fq2cVjGfCm8cOiFU8cX47IjDc6GQ42g6k5/O/CnrM+xJPrWIDhcaTNC+Qk64LY1UgKYcdaHignMrDWez9dje7AuI030bFFK4M19aanfAgrOcmc40ovYeCE+tSQq/GbcleExhKmh/GNtxwDDe8shpz2z4XuwloNAZwPm+yAkdt5/VZ4OSF+wzgnRBqvZSF4QWkL+fCuEWrOcWTVcGXnGVrnvezcBx1gczHWWvea0mYQWDGOtE2urxKGaZ41BtvQRZGeXj8X8OzhjaXkVi5chxyu3Fs+eOtzpbJU/Gj/tL63YxjP+KgBxp9rkKF7RfDsj/p7EDrO+BEV4cq1MSadfmMAOQihps+EiOv9uSYTGa6O5C0ccJwB3T6awZ2Lfnv8s4HM5Iszb4gqYBw47mq6U0av2xuynIfnnPnCnKdPm0MtdbzLLjQ5MLI7gqIu6cjMwpjN2Gn/OE5+M954p/vAqM84oUPuXZyDnSF3NZS5c2R42dJ8RV6u55nSetjOW79eZOeNnqiMkHLSDly99f3+PO5BBAGEhUnDhfa4p74b6APe5phArKw+dQVyq/g6RyRHDj/9KZRCXdGVEqS5Zz3IQl+dVzOUkEMPjC/91ut4PmI5YxlIQ9DnPM1QrsTcnDjewVgnqxjUypw+F2GZ6jwOIQcaPcLnzEl9t1cpe8XP086b7buimrarQbUEb7Pds05yzvm92g5YRuzly0anyxCm1/ZHTU/uU089Jd/3fd8353mc83M/93MLkcuwDAkkZs1TislwWLRhoEAgRcixY1UmvPaCX1THi0/sE4ydVRtLNXFjIhrygfH0Hn+y5FGTsOAlJDhmOI+RxiDMYpnFFQYe4YIYHhgOLIg3X+cNBGewqbGT9XKDpOyOhXyfyIGHPNM4Y6KM2Xvu9Hmc3NsRksEKHawgDFz6dva4z3XFE4jnkj7uudWHcjtWaULMj4bc7qslgwZSNM0DZ8we/jcfauwIrvpENm4XWbtN5InPh1xu8qFvFOnq94YVocbklmJIdHVLvqtH9k/3yd4VIrkL5ARPhRDtCT8+GIDnjoZQ4oIPD79wSuTMUZ/zjkEKkRY53RcfKHnuGWeOMy9cPu8aPzce+3QpvB4dPeerRPI5kQuHRVZt8oReGMDFesQrPanc0cd8jixM1tzfGa2hLBntIisywJDNuJMvzdzTiAD0huyEiju2+UBgx//k0UKABoGbMmWTi0+7GIUYd4T9Yzgz9syTA1/y17PBgNHKmBMird5ewv6RjX67UHPyn8dDLvqIf1ZcrvlmP39IGRg+4HWqjOY8Q27+wu67yodpE7qPkUB/aY/NDMjjmDNszPQMSL53peyf6JS9XZOSiysBcF3+aDm5IMYumz1wCdC+y6UnxHzSk665DZuw0UD4P31Gvjzze8zPV3QEkH39ZZ8yQFt8Tq7+zc8XeeI+kfNHgwzTPmz+xueLnHjGzy36S411xltJqZR8DAOJNjl86OFS/jXAC79lT/mznznmDUSNnkBvzEU2yMjTzwWWfjZv4qgB9Axfgr5TmBeTBzxxmdtgCPelLd4lXWe8jnj2MP6RV4ntYhlc7u9R//6ATT4zC1N5BRZthryY0+14HK7MNLCTFR+SSCMsS44VsqJnJU3jOeN5Y1PIbXSNlhjs2TyrQvYZiPucdl6l74q5xqtaVEvwNld/6iDnnN+r7YJq50MbYNnodJnB9Lo8UFN8yooVK1zt7bnAOSSUGwx1AYvieBHD4oPFJYsRDBktD8IijVJEujhhEQsxEQudeGeYdmiPdgEL8WTYN/+rNy0NyiAch9Q6T2KfyNbrvGfYyZD1RhFGLYt9lZ3rMNqcNydFdkdQFoXOFg2FvMjUtdLiDnZnDBMN/2X1zCbEmg3eGMA4xKDifnyGQYahhVeQHFSMAx1T56VlHLIifatEHv2MN2AxZBgzDHVIzA484JnXAYbouWOlfGmnr1G/yYDBQj/QA8YNGwQYcUr25AikMCLD/8jmSnuFcUNmDHkMDzYPMHAxINl4gLBN6y/zP3nKLnw5WxonmMNh0p4c8aRhGLIs8HUsHcHYM54pfV0whunfekqqDZW8sOiV65EdYwRdYjDG84O5RJ8hMFOiM8YFmTHGXV7yas/QffBBkQ3bS31mbJHTlULr93MTHREuzabGudMid7/Kt6OLLAzVrftEbnuRN5B1Xuu8U91cOOM3MCAqwyikXwMrS55cwH0xYlmc0haeU4x1Nou4DqP/1CFPDsimTByiHVcCoO1HP1WeDz5MRMFKn8PNmAE2FtgE2HmzNyr4YWwxLDGW8foSRcC9tu4tPRMQ9KFzxlYJxpD9wIMiF0/4OaO6ZdOLsaYfjBWEbrSpzyt6YTOAzQ7n3e8UefYh33clQOQHJno2vtRDzpxg8wNDWT30jB3XYSy7Ou6U9RsPjP/RV6zbcEjUu4/rvjN/0QEyOoK+oVK5PI5r35Iy8P7gXYJeML7VQ51kKq/Eoh17VGkDVnw2eZIkanHFh7ne0WlyAs255b2scjImbDQxvzV8nTHR+Vmt7Gl9Tjsv7X1bzXhVg7RxSPvOqaY/jZSz3VDtfDAYDIZW8XR/wzd8g3zbt32b/NEf/ZE8//nPTz3nvvvukze/+c3uXIOhLkgjw8Ew48uUBTyLcEpd6W52MZRxNHi4U6a5kquwsIXsCW8n3lcW5oRHY3xyfDbiIBaJGLRaz9aFItNGMGiU7diV7GJhCZMq5aA6vRe9WJe2c6bsLNhZ/GN08D9GpxsDjLDjIpv2+LJOGLab93qiOICh/uTnvPG565ZSyLkLsQ4hz2wMsLjGWGdxz994MjEMh8/60GKug1TN1UkO4dP8sFjm997nevkJ1z5zxHv0tDa4ssa60NxOkTMXRfq2eiNLc425F0YrRgUEWISWMz70DZZ3/sZwYWMBI5F7sfjE8IfdnBB0SjIRho7+CSPHQMKT7OycECZ96ll/X8aJ61yIP56jbpF8iBTgnnvuCON3TeTwE94IpBwXfXcRBn1+rri63cH4wxjCEMSwQv8YqJTBcp7ugh9f5iBM7s7IDmRkGIcYzJCDAcaC8SOknPHCCGUuYQA7hvERkS9/QuSeV4nc+QrvQWVjBaMQ0rBt1/vxo+3zJ/zGAvKTgsD/GDQY9y7tYLW/HwYw4845GIF4hDEaXTiziBx8xI8lRhbjt5m62hCk4TGGBKwgsnVj2HwIhhhGBZsfTrZQFo5NA+SBOI7SYWxIuTrWbBBc8M+By9Uf9/PZefB7/VhoZIg+N4wl90ZHWqeb6AsMeu6JTjif8zgfwxuW/123ho2jCf+e4D76rOoG0FhEIIbcavzxtwv7D57fmEuBzQF0of+jQ7fxU/Cf8WxwPw0/59lggygm+UIOfY/RDpt9/M+zj1GqYbExyVhSBoxY+g87Pf9zD+6VxrKeBNeSMoIuRo/5ecqcg3ywWKc7UfGh2nd0mpwAWV3ayEBgLA/159msi+sr8w6ajSxMZZ+LWb7SeSr3bNfWimoJ3mrpTyPkbEdUOx8MBoOhVXK6X/GKV8gLXvAC2bRpk9xwww2yevVqVzIMIrWnn35aTp8+LXfccYc712CoCyqRoKhBSY5nzEyuixqX/zg0e7vOWC6U2JNZgzsjtwKxVhLKIKz3I/zT5XRvnXkuhkBc5zZtEauyExKPwaLh63ik47rKLv88Wtxt2OaNxC/9qzdyKmH6rrD4S4wL/VUSJRbLGpau6Mz661zue2AsL4afRjnlGBkx8FwOT4bc2ijuFYNVF+T5sNB2RFgTwThaX8oBVRC6rgzb/KjxSVg4GwROlHxgXg8GlOtPCINHTgxV/mbjARnUg6SEXC5nOnieMfAwDIgY0PbUM+kiAzAO13mdYljTvrK9Y0gS3l8cdzynYU658m9szoSNFMZyPBgm/E2/Yr1wDjnfn//7YPBe9uOM9xmsWuc3KtigUK83YdfoSvvtvMBEQQTjFTkLW0KJtVMl1mzOd2R0eZEzoX0Ma/LdFXj0V2/xG0KxN1Tl5l4w1rt+M0fJoT/n9aB1188e8Z/z7GqEgQJjn3HW8dLnRp/njgGvF+BqeBdKubPoJR4/nl9HzBa9Q3hO9FktnhelljgdJXKj+RyZksR3FYnBmGtBJoz82Ui+9D1G2/q+wWBggyQuWadkWpXI99SLzGZFWqWGSsAoYR70D/nf6JRjtbCU10oS6PgO+kRIIY+5NNTrX3wu5yDAqoZZfrbz6s3+vVBCr8WSs11R7XwwGAyGZje6169fLw888IC8733vcyzljz76qKvTDdasWSO33367/NIv/ZK86U1vkm5Kvhjqg1pJWVoNExOSvXpR9q7ukywGDovNuH+VSFCUgIgFOCRJyXFJEhXFtTuVpEcNRyXyiWvqulrU17xBpaRKSUNZa+UWjfdACFXpfrOB0GCMEa3tSwg43h+MFdrBcCWnGGMYD1G8kNV+uBxx6mEzDoVSrihwYaphfDjm2gueXBbqeG0dw3owLAndZRGP59gZbHimMRKveWNJQ617Bz2BFcCgYo66MmBZyZ47JntlTLIXRkT6V/h0ACVTQk6MPAw8wuBdvnnOL8YJI+de9Aujj3447+wOH+7MuKNvxmwweOYwtohswFNKPWb6oTmxeNbwiNOO8/RDchfClPH20jfI5zAYpziWLZUjwzu+cqMPkUcvXMO9hy6ITEUEbI6FG2Mr1D2nLxgwXIPtqxEHmtvp5gQ5udM+LN2VeOvwdcWRg7DlTNAlY0Ne9IZdXg7CpZHvWoj0wPOLTgjbRj76Qr/wUNLfqaBj5iBzBEOHOUu+NoaWQ8Hr2RnovNQ3+HO5HiOOeXJtRLKd3eXPKuD95IymkPvvNlDCxgR9dOR0RCmc9f8jM/Lw7NIuxjjXqvF/dcifwxgpCSL9coZcwevdlS6DR2HQt+OIA0N9a/TmcvPJ91/tdaBh2nFbyOLCycPffM7mRWHY8wk40rrAuk5/Xb37UNvc1QMfK13H3zOIEZOM02GTRWWIScWSETmVSBb1NxEW9NPJVcN7ppr3r+p0ru+c2cgt4/4k+5IcG8ZVy9WxdnCkePnKBJhz9Kcq2eN3d6X3eyMJvRbhex1GZHJ/jem6fWA6bU+YXpcHaqZAxJj+kR/5EfdjWATMh5SlFfs3NSlT03npInyVhVDcvzSSFBbxGHCOlRvyqCMzxyVJVKSISXrIocVYGiLXNyyu1RAkPBUjSAnWMAbJ41ZvNYvBZx4oeaMxMGAW17DhtPtVwokDIo98ouSBxqhiUY8sjA+GEH3GeCSsGoZqGZlJcERoOF7PI4+X5KJfGGiECWOQstDDAw2ZFznTwIU87/VkY4Rk4z0lpBhvLQt7jDYMGAwhzfElN5kFOgYZBqwyaCPz1TXeMBoflalMTrrcgvqaJ5KirzCHY4nS3rOPeV3SB4xGPmdeUPcZQ/No8BjjfR65InLXy7yh8vB/eM8uMhBOi14Iiybfm/G+eth7hA8/7g0o5Gd8L54p1QFHVkidCJE/9Ig/tutmr3fCxek3Mj7zz6G0WihBRVu7bhM59JDvNzJgdNEWXmQ89YRI48FlQU9/oB0jL/bIk2FzhZDvLpEXfL3IsSdFHvmk75cS6d38FT5XmWmJhxsZjz3t+8CGyI4bfPQARr8SajHGeN85ht6p9U3UBOPNfJ3SDZyVfl4xxzCUYAAnWsCxs1PP/Qafk066BRsp/I1xy9zKdsjU+ZP+WcXTrERZajho3WzHSZAJIcS7Qv5z2KCgLTzNx5/y52DYD10SWbXWn4fMPMeMIz94uDFQqXePXrSGN9wCm3f5sVFvPDrkWUQ/RLAwb3jOmUs869zXVTQY8TnobMxwD4x0NrwIsWYTyBl91/yGAO8ejHNXQWDKE+O5gcr45xsdw69Au45Fvtf/Zl7G7yzmAZs46DBJKsYmUTUki1qBgPck450brf49U837N9bpbN85c5Fban94ZrQvqeRWR0Wevj+KTsn4Z4d2MMLTCDAX+n2ZfHenvd8bSei1iN/rU1NTroSroX1gOm1PmF7bH1bor5kxX1KWFuwfDqVDl0a8YynZvyRJCotVNbgxAtRTlDYuMVGRIibpwVCAnRivm4IFOqHceFDjEGsWaCzU8JDwk1y0kTcLGRlEUnG5nblIgTBOY4Pb3Yu2ukWunPeEZ3hDHDs6JZLWleRKEhxx3+3kC+uCFm/3tPeUbrsxeHUIyR7yBoYSPUGcxiYD93Pe3glvmDtPbDDUOBfv1YpBX1LMjR/eQMLVh0sEUch01BuH+VynHOpcK3kMQPJ9MTgxfuKcX/X+4J12JFqEg4fcT4wp9M1ilUU5OcH7HxI5+Uwo06WkaRd9iSgIoPDcXjoVFvGBrA1jAEPP5aertx/jrMcv7jXUmA0E8qBdyGso+YY32DEsXyyVH8Pw2/+AyKrN/jqX793j5x9eOtjlt93g+0QOOF7WdZsCMVuIoAA3PU/kyftKJFzoCqOM+f3U53wYN4YV4+A2P8K7QInaMIgxWFX3GDguAiGMKUaj2ygIHlU2DrSslXvYyN/+ssgdL/YbHmokM794DugD/AKOPd+Xs8rnOvyzmkkhysKA1HJrzBWmF/OYtsfC/GZMkZsxpw0842xc8MzxmzFGfozKcxHhFm0yTurZBbpJgcdfGfgLWmqsq5Qy4dIhekspDozDETZ7KIkWIi1gWgfcQ6MiMJp5x7D54K4jp5rx1K/Ogkj/mlKZOFf+LWwuscmF8Q8YHwwt5n7s2Y5JxaolWQRwGpB7navhPVPN+zdNp2nv1mrILTnGBp2W8Esjt+I9c/LZkp4Auof8j02U+D061/detd+Xae/u5Pu9kYRei/i9DiMyxLb8NrQHTKftCdPr8kDDiv0dP35ctm1bwI6xYWGkLO3Wv5gkhUV3Zkd6Xdr4uiRRURpJjwLCJQ1vZIHEgg9vGh5nFrjxwgxjQP+O4TzuwyGnclMwKKsgBcLrmcyxxsA5eUhk7UaR3XeIbMRDFmppE6ILUdbam2cSHLFoe+ZLInvv9l4bmM7xpmIIPPhxked9rTesnn7QG5ibCDHHsxoMIQxXWK45h3a2Xi/ScbNf3GNA4Lk9+KjIjfcGj+kqkVMH/KYABhr9xSCBFRxDl/xfQuLxLCEnZcAwPBjTY/tFRo+L3AALfI/f5KAUGWHveN3xjqIDvNWMHRsHqzcHL2Mw8DDmMFYxztDd3rtERld7/bHQ5Dis2+yp4P0nhJQ+ubmAYXfK9wmvMZsbzkv8tI8A4G/6oh5OwDVaO5nxom2dd9wLGdEN+oZJ+rYXeyNdvddf+GdvJEPuxdzE0MPodvnOEEthKI74McBg7iO6YIU3/F1ddDaCMMrWe8I3DFpnpAZPNxskzHU2WAhzJyKBsXR58hu8EcMcYdMF8kD07mpaP+3nCzrCqMQQhJzvyrDITspXYdAGA4j204iymDNct/tWP/aMk0u1GPU6o89s5GDMa76zSyXpCR5SmN+DXlxo/2SpfjlysjnF5oczONf4ccVgf5rNj/WeiZy8f+6NjXH0KZFbnu915Izx6RIZGTrF4HZzEsb84OHFy+k24q4r1c2+fEpk521hs2kieJhXhhrUUb48mzK0B7GdllCLSR0Zw+T7KiYVq5Zk0aUGjPvNpUrvtWq+F2ohP0t7t86H3DJJbsVYohdXbi1K7+kOvBKq+zQZqulP2nXcM/nuTr7fa8lnr5XQq92/1w0Gg8GwuEb39u3bHcGaYQlJWdqtf0qSogvP5AJ2LqKi2Uh6MAJY6PNDPqkSYqXdoxK5Gucq2zFt62JxLlIgLdsVw3mCYZ8+6VmJHdN69DkLOUKOZ7RFCarJUkg2hltMKlZkZZ72i8vRfm8cYTgoCRdyOhIu8V4vgEE0XPCGK8Bowegk9JZNAHfsojeG8PKSk619z9L/Qmljgc/wqhMqDPAC85nWHucHoxajglBzBYYMHnY1CvhNf2MiPAxWNk8w8hVcg2HCfTDGMfxYGKNnQukBxqyEdlR2LfEWe60wzjDqinNMCdgC+ZjWt8YQpp3Rp/3nLtc15K3yg7GF8cjfRUK5EJrvCPRCJIGrRZ0p9c/l7uomUCC1c0YORnoYPycn7eA9ZRF/OfQx48dB9aC1vZl/jhH8nMitL/WbAmywaH7twKZyQi81GGLDwc3XMAYa+s048xw5srNwThkXASWycv6Y89gGD7XjIXBEAmGMVd9h7tLPnrCRwbGJEI4OXJRAmI8K5mSSjIxxU5nwenM7VzXghD/OZg7j5jYTpPQ8a/m6q4EErywvmRz+jvLnMiZ1TG6sJUnFqiVZVEK5at5rsyHtvKROK10zX3LLJIolwnKlzU0Nr3f3SRDczXbvar9P5iLHnOvzhRJ6tfv3usFgMBgW1+g21AG1kLK0IhLyZ2N265TP5zye/Hy+48fCvShULuVzZe1OID43bmOu+2l4cIzY0OvqLDe4K13jjvcnZMqmyB6Ns4bJxrIT3pmsW45hokaQ+79zZvt47Nw9omuzOck6Bu0IriRbbua4xPdEnhkyZMvHxcmUlB0Cs8Q4c14ukl3D0styVjsCYV2C3EnPjeUqkz20EddjxuBO6t+R80U603HLxXONHPOEvvAKx3B8A1HfnQyhjVh2DS+PwTjHG6Ha51iHRBzMReiV65AsGynxcfd3Qs/OCE3IhEERy6bka0k5yS1O9k/rsgNly4/1wxgnx8+RAiZqH2s/47bi8XTXBSI8RVcFGaTK57Ke7/J6tZX2/p2h0wrX1EuGtHdp2fNVw3u0Wpkqvb9nk6mFv9eNRK39YDptT5he2x81Gd0f/OAHGyeJYf6kLG3Qv1w2I/vWrqiuf7ONCzaFCys+7hfSgetoBuL2k205Ju/gpXbnhFBZvL94uVgIYixAZpYJnhHHDt0f6gGTf03YduSxwDjAA4iHF6MMzyS5j3gZlQgNLxtGEPKz8KMNPI6Z0A/awPvLPS9fEHn8c544jePKeo7RvWG3L/fkvLAZn8dKmy4Uu88bJuRacl8lOiK8lbBWF8K8TqSzz5+PF9t5doP3FqI1jjt2cFioYf1e7VmnuY62CC0lzDTbIbmVa2UfDOz77gme3yveU0mbeJsJ4XYEXINeFsjbyIlXlnBCtQkpZhzoB+MDi7myuTMw6iV0qQBh3G97kcjI1UBCRb3jQOZFHiz9v3LZt0nosbKBO2bz3hAST8hryGmnhBUpDbSrTPLIy3maK49RViScoyzXmM8F5n6jeOMnfUgyoe2MKTLgbYX1fcteHy7OeDjiqA6RsdESyRmGMmHxkH3RV+5DaDNGn2MDJ4/2jDfQOe7YtCmfVfBhuy5yIeQ+M28ZY1y7K9b5vtCuzgHamgg5y3yGJ57xRzduw6FDct29sm9tMEo5ToSCI4WDRCx4/51BP1nKrXbebELgKQ3V5fWk9c8dA/6A34Ag/YBzMl0+Nx7Qhsv17vEys/HgNjBGfX+Ya3igGSs+cyHzsO1Dkqis/cG4552Abpij1HjHu6/s48xnZMJDj0zcb5xc/B1+PjDGyETo8PA53wc3poxDmJ88I1pJgXFQdmwdA41qiEFEAvNR3w1zsWjr+495kQwvp//xezOuiODeDczJ1ZXfv6rTNPIzWPbx1iOn9ofIkrhSA8dcDfTx0jiASizdvPe0Bnvx3RzSaJTlPobjmJgqMZq7a0MoPnPafZ6SEx1fx7vNPVchMklld5uD2RIpZaNQi/4WiFwuJ/v2LSBU3tB0MJ22J0yvy6NyU6ZQQwx4JumxmgPNFl4+PDwsg4ODMjQ0JCtXJr7MmxWpLKcdbcdeXpialJHJaenvzEmGhf98WGpdjieswVFIOMbDDCbexPiltcXUdWQ7wcXMQo5F0a0vLhnxLLgf+ndvJCrI5b7nq2Ya+pAFFcICHaboJz/vF/IYaC6UepPPu4Wgy9WaDiGuGE3k/HLOnjs8ERmeQg1V3XVLKJl2ppQPSVgnhgas3bSl5YRuf6nIVULIO0XWbxb53D+UmKYZp313ewPyNCHXBS8necO5jCc2wmC56xU+z/aRT4dxRq7bRK6/y+cF0yeMJIifTh6QwtMPyEhnn/RnpiWzZqu//tN/53PNMYxZ3MOiznUYxs/5Ks/kDbkXL9kXfbPIE/eJjF4O5b86RV74zf5eBx8u9fm6O0W27hP51F/5NnWDgRzv+/+v1+fLv9Xfq1g/G9lvFdl5q8gX/01kctS3dfMLfLvMC/SIgY3+MOa0BjobFMwH9E8IN+MHKRpjdvwJfz82Nshbx6sKORsEdl/xapFHP+P7CLpWiHzNd4l88WMlRmxk2LxX5AWv8Wz4bPpgiD3wMc/EDRhjSouxKXHfP/lNEWS4+Xm+XBhtoXvy3gm9JsTahU4XvI7ZIHr4k0F2WNWf441NR+qVFdmyz887ZyQHjy4bJLd8hRQy2dKzyobK6SOBZyHj70NKAsaxhgbTLteyuaHkeXx5alk4ngm4AR77TCiRFzaL2CRhU4QvXQ05p6zaoUdL7Oy8K9AXmxQwoXNM5z8cA2y6ODbxHs8uzkaXzlFkOn7AG9bueSakelxkz51eVlHdH/Rkcm7KZHzZNow9dEjbGN/83ssYBrZyxo1nMiZiZJwhbYyRdl41LNrVsG8nKyJof+54ud/8qfT+Zf4l35maMkOYvn6vO06CzX7DDf1oTjbjl4nfyT2ld1ra+zetL7zHlUyu0rtc2eCV/b3S/dK+A3jXH3qslEZUHJtXeLLGRqNR7Okpa7CRkRHp7++vef1maE6YTtsTptfWtn2qtS9rMro3bNgg73jHO1y97rnw9V//9WZ0N2S3J0HK0g6YmJDpKxdk/+FjsnfXdsnhHay1HiurLtiPK3k5WGBjcFQav7gtFp0silgI4210eaMs5rpLDz2etC9/ohTi6rwVOR/ajPF479cEpuRMMF6CAcJCEg81pYJoC88198OjiAdy+80+1xhDDS/S8FnvRYPU6sDDfvGPQYHXCmMGg5+FKQYYBjWLXwwGDCuMPhbcLOYgmnJ1dPu8MfrZj3rZGQ9n/If8YkjPML45FwNFPcP0hb8xdsjRRT76rJ4tjCHI28hpZtF74EE3ltN9g7JfVsjeibOSUyOJjQvGFkZuNjUwWnRuszjetDN4RSf8ohRDFnZpDCJKZZGHzfVsNvA5L+Bzp0RGLnqDy9V6djHYvm36gxf18c94zzCePufV7i+VZcNgwiPIZxBiMTYQkCED/2NMOUZ1CK8GvGGNwUZfkQU9upJpUyLbIJ7LhkX9sPfWMf6DG/34bd7p5yOyb7pO5JH/8KXQmF+MqUYm4HV/wTf5efOlj/lzsH/RFxsvV6+IrFztCdHYPGEckIGxZFMAryrzzOUsY9hS27vbG8V4QDVvGVnYFGDMdt/u58uhL/v7Ek3g6ocHmXI5mb79lbL/1FnZu2WD5ChhRs48cwCDh7FQgjHnde/0OnAe7xBezpipN1E9wTwTjsF7qpQrzfxH3r3P9Zs0RJbsv99HCCAjzxTefQx1N8Yb/XzS5we4uRXIqZjbkLlBdqgbUUQ7MC+R29Uj3+R15rzTnSKPf9a3h1z0n/Nd+72euI2NAwxR/mf8eTdwPzZ3mDvMx9gA5N1w0/NDVYGCL7uH8ZgE/bvrVekeb95FRykJeK3cy+z60+M98YzDp/86PY8c4/LF31LyeKe9f4G+D+k3G1WOmDIsF5iDlJgjQoTnnjHTTSr6xYYJ3u5zlHIMm6gxPwbyIqe+h8tqZvfMJKLTd7Lajc5rfcTL5krSRe0jIoarbsjF1wElEyQSg/ml840NI+Z7LFcjUI3+6nT/6elp2b9/v6vVjSfN0PownbYnTK8p78hKUb6Nfkc30OiuKbz8m7/5m2ViYkJe85rX1ENGQz1IWdqlfxgt/UP+d7WLg3hc8BalGdzAhYR3lBP7zNUWizQW0t1b/WLSeXNCiC5GuIb/6iLWlWua9j98jgGM9xUW75gMyBFWnfF/80LRxT3t4pnCCBuE+GlI5FjwyBIGS7tKYgbUYFZPjZJM0Vc9lzBsjD2AgYenB0Mr9twpnBc3eOx33+INBdifFdRDJsyderqAMFXCyR1b8pAnUWMBzGIbgjXuAVg85/Iip4JXEFx/t19Mq2HHghkWbzYQWAzjpb3lK/xnGGMKNWhUBlf7ORDqPX2fP4bxBflcTB5HfzC48IwDZMX4ccb6sXDO7X61ruXHnH6CgYhRdz54pAjnnxoSeebBMG96/DxBF87YDyR1dFXJu/i9fqvflMFQ4GfbXq9j5s6zYRwwdthYiEs14al1rOBBX2wU8HywYMdI4QeZ2IiA1I4IANUPX07OmA6ghNU4TOXPlOYVY8c81Lmsdcj1f37jSYw9juiOUHmd5wqMZOajEvLd+Dw/PrSJPcTzl3wGYYlGL0pYpkCvajBuCwzWjJeOA2PMM4fBz0YKPxjdGGrIoM8F48X4Fz2aeT9vFcjGWMVyaekw5HL11YOh5nLGIaNDR+MhqoRNs2DRscmh7waNkCF6Jc4X5zo+g2wNPaQZ3HOxaCv7tZYcS2O/hpW/EnEbx3WDabb3r74PkVOfCQXvLUcaORTK602Ve+sZB/rmmOTDuMT5/UmWbjYX0vqafCcrmC9aBmsy0b6LEs+KrN088zqVTcP82birxNDeKFSjv3b+vjcYDIbZ0MYVHmqq0/1t3/Zt8ld/9VeNk8ZgmC/qyQibPDf58GMUqZEL0mqgKiN5kgk3+b8z5KPrlVU5NtQxouMFbcysXZQpbDiktVUm++RMA8e1FwW8aB3n5P0wIIoyTc68n45JLCvtxp4+97nmYCbainPg+XyGHjgWyxD6Pzkxk0U7Bjm83DPZ1zTZy46Np88FrVEen6+yFGUfn5kPWyZnPkVHsH+nzKOy8QzXxbrXGtJxv13psImZssf9QSbXViJFI3ld/LmTWed2oo9Jpv/k57Ww96fpJu2ZS56Xpq9YrqRMC5Ur7d2QfHaT0Gdrviza1bzr0mSPMdfnc8mRHNO0cYiPxRtJsZz1fCennZ92j2T98YXINR8Ye7nBYDAsy3dkTZ7ul770pVWz642NJYwEg2EWkG/W1dU1/7yzRrIDz2BXDqQ3ihnPRGABJqwRQwhPKF5AV+qIGsVTJa+Z86CF60P4rg9TDvddv8PLwznkHuMlIyw7ZmvmM+7BWh/PiYZLEoI8BBlXrw8DJUwazw75klxHjnV3ILfCQ0xIK88tIbvITb1h8ldd3i9emUEvD+Hl6lVSxm1CM/Ey4lnCY4vXdfSqZFaslq58r2Q2X+9DtF04fiCJu/1l3ivqQmiznrAM+S7SxmpvsBAmSjg8RgJhzs4jttKPHWM5Sd/7fI4yIUk6VrSPxxLvPtfjzXNhs4RtQ9rV4e+FNw7PH55vdKTs74TIAgxejG9ylPFUO2Zt6kuH6AZX13qiRL7nIgoIuQ9eNA1ddjXbO/1vPK14VtEP4ayMnSNnW1lKlWCc8NY7Ir0wF1wZsGwgIEOn1PXuFlmz0edkQ2gHzp/y/WE+wQlAlIKmVhC+SnvHD4r09mJ1lEKjGUM8t4D852vXRE6Geucu7BfysoJkch3SNTEqGXL9XWmx4PV0bN8ZLxP1stUwhXzM1eVOPFcaUuzI5wZ8n5WwjvlVJOcKz5r7nfFjjV5dCTLYyQkzI1ecaJPxwNIeCNQYK2d4hzBk4Mjnuv08coR9oyVirpioxTGR05/A+u7a6ArP2lg5M7rbGLvmjyuZo46HI9+DhK6rlF9eiSXbkcT1BJKtiRIZWRxKV827rhKLuiLx+Yz3b5xu4/LwqUUebTgkmd0nCjPfkWms8Uk56/lOjmVTnaIPl7YwPfNc9yyN+zmnJHD87zgyUsa9mdnLKxAOLfh71dB0MJ22J0yvy6NyU01GNzlBL3vZy6o6t6enwWU3DG0FNnP27EmQDC0V03uyLQwCwnx14e4W24Qnr/HhlXE5LZdKHGokE+LJoo+wbZejPewNLnJo+QxjkQU2i0IMEAwwx9R8SaSjz7NjP0b+92mRLdeFHMYQJkz4NkYZhp7WdSavl/tCkoQxu/9BHxZKPzBYCdnmPIwziM+e/ILPywQY4txjPeHnhL2O+VD0p+4v1Z+GZRsBtt9QKs2EcQSZEv159lEfbqzG39rNkj13XPaQN0x+NPnMGDqEZhPeuud2b0BBlOZyXKf9ghfZIOe6Roh4h7/ObQgEMieMU4wcwvSdFy4YYoM9Xk5k377Ph5ljEJB3TE484aa0wYKaMRvt8TolJ5qNBULNac8ZihjxwXPKvTE+nbE1KtI76A1lcqwJvWWh7kJ5Mz4nGEPeGc+E317x98XwJlLgOvp2WOTokz7sGeZwNhY4DyPB5a9mvXGHngFzY0UgOSPcGX1qPjJGNWkJj33a35sNlh03BJKpIZHte0We/qKfp87oz/oFOaRvEO2xUMfbzvhhjKBDZIXV25GP3Spy5Ck/B5kPa7dKNtshe7qn/QYNBgsyEILP+YzFuaPeqD1/LGyqrPQ6jZ/BmEgKHgTI+5CDUG/0gCzjMNVvCfMJtvvVIuu2+1wvvMlECzD/3WZCb/DuB9ZsDHlC+umLi44IodAqE8A4YV4yRzQUO3eiRNTCJhDPKykPGmHhWNlD2y48m9D/U57NnPcC48AGEjqEIwGDXSMHeFbon+azJ5m7lZWdTS2eOd4TPCexTNW+67QiQKWcbvpW6f2bJLBhA4q+sBmnthu65lli3ric/Y6Z78hCJlQPYAOwZ2ZOd73fybTP+xfiQJdqMOS92rwnYrI1zmV+suHDs5Ab9dfRHs8ZXBljKePerFVJUgmHvOzZgVUL+141tN9aydCUML0uj8pNNYWXGwyNAnx+ly9fnj/5Hh4JFkgpNYXd8Vo8Fsm2XD74Jr9AZtHsFo95kVtf6D2/xZhgPNdZn8vqrOOw0MYrCnEVi9Ozhz2REoYWXlL1GOFhvOWFfvEOVqz0RrP7v+DZs7fc4J/YU4e8IYfnGoZmNVLBuq0i5054Q4QFN4tSDG2M6wMP+cUxi2gMnPiFhtGCMeJKM8EcDAv3Uz6HdjQsuDEU8WBj2DAW7jrIyC544xEiMwDpGUb+2LAUegfk8qZ9UmAh7AivVgRytHUiR5/whhe52fECEk8+xvck+caTXn5nwHSHjYv1obZyrnQNGwGb9gQ2483e4GYMYL++dErkwCN+bNCRliGiXbzhMEozpq6ti96gYpGexztNGSm8fXguO7xHCYMWwx8dM1YA/aJTPNgYf7QDgzt6dfnPsFSf8/fG46855+iKe9EfLXGFzvhSgcEcckDI9MgBZ+x0s4PzGCOYljHiVYaeML58vnGHN6IxmNXiYKoyLw5/WWRzGHctxYYh5TYjwmYO7WAMI5/qe3CtFIYuyOVrE1LgfHgDmFvuWi1h1u31gTwA3TF/1XBlEyFmboY9nOeNe2NkrlrnDVXkhxdB86MBY8Cc0/B8d2ylN/zRCzrCGHYbWkFmdIj+MNiZ3xLGGPkgC4xre/NMYMCgZ+4DqZ/qWD/HEKff6qlWsjj0r5s2fE7JuTh9ADkcI3d4F/H8w1atY0t7anCzGcAzmZSp2ncdYwBLuZY+VPD/na8o5XMn379sdCQNOOYHpHHoobjZlhNZu01k7z0hiiHlHckxxpznIGlwN+KdzPuAjSmMZPVma960Y+WPvPNEdWBg0w/6BB8Dv9GJpiAkx71eqOd3FbIl9RXJjj4X9L1qaL+1kqEpYXpt0DuylT3dBkOjkM/n5fTp07JixYr5s6yyuILVsB5M72ltsQjXmrDaNotRrYPrQoCRPTIINH8ag49FomNv7vbswepxY3HtPDVTXlaXM05o6ekQztzvF5XU3t54nTfQKBV2MwzPV71hvOumkvfs6S94UjIMFBdq2u+vwYDDu4oMkJFhUGBw8j8G3Nlj3lt+5yu9AYQBxeKU7/bV60S6qQd+zBu1eGzxxiIXNp8ySGvOK/fqWyH5nbfJ6SsTsiIzKTn6hNcZLzRGIJ57xov+Y6xqGDP3YDNh9bj36CMncCRPbCZc9sY/Bq3mprLpgJFDiTFk4jrao/QYRvTKLk8yxibJhu3eEFTjh3HG647xjw5pH91Qbgxd0LetN/hcbjxjLHYOPiKyZr3I7jv8mBKuS+10QuOpSe5Cm8c8YRbGIPMJ2Y/vDzLs8H2l78ee8SHibNZgEKOrySnvvb7lRX7ewVxPpMENa0rXMe+e+qJnvUcX/HB9IRDDOQP7ko/IcHWXgzebKAH6pcY0xgaG+5UwrhjHyMz4ojO85ZSYwzv95U9L/raXyOmB7bKiq1NyGKDMLzYW2Jxh/rq60xd92xg6Llx6ukQMxu+4VBJjhTeSSAuEJhUBQ49nAgOdttmkYZ5j4DN/8td7wwIjEv3xXBJx4erbM987vF7oIzqFsZ1n0TGqd/j+E33CxhVzIQ71VqIW92z2i9z2Ym+gY0wjk3q4NbzfGeZ9fp7QLs8O82f9zpACEljLeT7oV0wCg6GOTIyJRksQRaEGd1Imva6adx0RL3hti3W6MVB3zjC4y96/6wcll+ZdcFEPdwT9ZtMZxiu9I8FivJOZU87DnVjWMD8Zf/SlkQUY1rxPlFSNZwe9Me/ZZFHvdqNIe+r1XTUH4VD+6kU5fW5oYd+rhvZbKxmaDqbXBq7nmwhmdBvaC/Vkek9rK1nCR71KAKOEMOsYxRDNab+ow+sNtEQRhgLQ6zDM1LBUsgiucx7rUe8d1gU1xheliQDeX/WyqoeR62gr9jI5Dzf1dKe8Yeo2CrLee4eXTWXT3GENjcUIdEbxmGfKxui/82WeXVxrGivDsyNig7xsTGQzi9pJb0jjwdMQT5cfmvG/tYwUXmoMIJfjXvCLXxdmrAYaYfthLBkfjH8MNcKnDz3iT4HJm7F49NOlPsPgruPCD8Y5JbXw3Lva2KFEEx5eV6YteEOVWTomdVM2bAy4k1d9CC26Y0GvTOHkwgOMUH70CwRDlOgBgEGLpx0P6cUT/ocyY8intcDdvQOpHfeD7Z38bAxojD36DTCsNPdcGdQ5H1040qgwB1mgMaZKSIZRzvgxDtRBD0PsUyIidntkImQcvacRa2EgYhQzZxwb/GR6TnElAjHNucZ4BniJlV3ayZT1xinREuhemdWBS8cIfV41HPKLQ/uO14BIhYmSTjHGO0kdiIjm+DuZXx0TtdCO5rqX9btPhDRxx94d8tD5Yfx0zhISH7OlJ9uOmbt5f8yG5HXVvOt4N6UY2VXfIwYbBug5WUd6rndk2jmNeCe7vPwKjO28R9AXsut5zCX05TbWrs1C0jbZvN9VbUw4ZDAYljm62q9ykxndBkPdnqYUcof5kglpaKwaHZlEKBkLyJjtW+8TGw8xSVvxOuprR7vjSrATn6den7J+JNohp9L9TjGu4hJJtJVNsInHYZ7A1W+eSJAz9cxkX3de/0gOvFfu3MgrqBsNZbLnvKc1btvJ1h3JFIXNFmWHEGx6pgzxGGu4bSw7clGvu+w68k4nU66LZOXvGWMTCNGK/3eUjO64f3EfVPak7pPzobvCOMwgqULG6Lo0ArDkuKShEoFY8n7OUI6Mbj0/da4l+pxGsBXPZR3fJBFYWn/mQqVz4uc8Kc+s1zUBeUwzyNBo2ZPnJd/LqfO/SdHK+jIYDIZlhqqN7scee0xuvfXWxkpjaF5UYEetJ3Njf3//7Cyr85WhXrIr27Jjcu6NvNThGG0rA25snJLfy28MLbxgyn5OXzX8EtIIjEw8lHhaYMsmDJl28eS4ereEUI5746Ob3MNRkY27vKcOjxoeGwxeQrMhjcIrRSi0lo9iMelIqTI+lFpJiBzR2kqRTYE523m/Q11sPic/G8NnbSEQi/X6//Fyuzq3q0M947Ax4BjD/fhk+ldK/2RGMjc8zxOjQXKlHms8tK7GNUzUkDKFfhIiSogychACqiH7Lm+T3OeBEBqe995P6prvucP3E50gMyHeI4T2F/wGBUY33ko804wLoG0XGk3/+kT6yKUOYaV44DsgBoM4bcAfJyzbsaivFNl1m88vpw9sBBDm6mp/D/pwaLyx5ItDuqa5zHjYyc2Oma/RrfMc6rzPeMIyohaQ27Gbr/YkeJC5Yfwih8u73+zznwmhdn0IxzJBB/RVc65Vr64WefC8u1rsT/r5hOzMS+YuMqF7xtilDBRE+lf4KIKOTsms3Sz9E3nJMB87eiOPejYQ+2X9vHXe3xBJ0RlSKPAy8puQd7zPyi6NjpGV0HAle2NukNdPaTNqmTPGjgl9vMQmznxARsYEfdJ2kmCrK5xDFIOLkiCfPpAdcj+iDZIbWPFzmRa+yzMHUz+RDOiX6gCaVsI93XOFx39gbhIYfT8xFsiNoZTc7KkneUzK+zDT0eHfv9yDiIO0PnMuek5jem+G75PZyHdi2Zmn7v+Jcn0x9/X90iqkPXMQDqHP/tEpYy9vI1S1VjK0HEyvywOZQpVsDEyI+NQXvehF8pnPfEZaCcPDwzI4OChDQ0OycmUgUzLMkx21ozHMrvWWoV6yx2zLZZ41wklHSrWfWciTJx2DhSUL9LjeMgYVJEoaqpls37GCbxJ58ONefsBifOUGkbtf6RmcMZo27vGMzBoOzKJx+02+HQjJXH3tkPt691eVbDsW9Z/5e5FTB4LcGZEbnusNq4f+wxtCd73CM4uPhrBsLr7+Tp9nA8EWRgX3YywhqHLGTBgHDBmMQORHBvJep2AK3yfy9EMi+QmRG+71bR56NJQlC7nqGMLHnvSL4503ijz7mO+7M4wyPh8aI4dQe4xpV/5ss+/j5//R3/85XyVy/ID3ArMpwhhA7nXTC7whq0BmGMgZQwUGISW4yDOW0PYDH/OkduglE/qMcfzAv3pWcjY7yP3lPo99xo/vjhtFRkc8YRmbKYwxpFLkT9M/VyKuw+fHY2A+8Tl/DmzqEMENrPR9p4+Q5aHXxz/j5xFjC/EeOfLPPhLGHf3c5UPG2RChfYx15pUSWwEMHDYpnvi8lx0ZaJs8ZM5ljhDGjuwbt4s8eb+//o6XBibqyHvmDH3yaMMxQuPhBWCjQMPAMab7VvnNEcXQhcAmftz3mc0CDGvmE1wCdIdxQ1+MO0Y1cqIL5Ca9wM3brJfVpVeEEHDH3H45EOcF0J57viJSNoz4G59TXhs9+W5Ie3/Esrs69OG5IyefzQ6Vi40H/T+t7bT2VfaYbbue79pq3odp51Tbn3rJMF9UKzubkI5rIGyUoEMlYdOygYv9HdfK388Gg8GwjDFcpX1ZtdHd29srFy9edL/TjPBWgBnd8/RIYOBVou7HAKuDxxsSCebXmjVrZtaCn68M9ZIdD/dDHy83uDFKTzzjF3TbbvReVgVeQxjKWclxHgY1MqgXm3u7kk89XgbgjGhq81KmijrbXSJHngykT5PeC6O1njG6ILziPhg4AA8rnnLapFSUy0Pd5I0DNgecR5aF2B6/wPzs3wQDMhNIpbq9kYW8eGNZjHJ/DD71uuENxiDCo3f93aUccPSFx52a3sjPvTGkn/2yc5Je7FopayaGJIuMKyEfu833h9xoZwx2+UUxxiBjRY44siP36YPB0Ov2BFMslDFaId/CqGJM+ezMUb+oduzqeNEuiuTwcnb5nFrGlo0ONXLJT1Xd0Ab9coRK3cFjSjku6opPiXzuH0IkA/Wa8aD2etlpe8s+7xl0pbv2e2OQ+2GEw5qOnGwGUHoLfbERghwYieSvszmBsYvR7e7bIXL0ab+Josed13hKZOs+kTtf7nOr3f2e9LW0NS8ejzzed+pBK3s4RvU6GPaD5572IQ+7ct574en74EYvO3MNLz36YDy4J+1C8tbV7zco8pOS37RbLnK4JydZ2iI8mwU+3l/I8fDYci06RHeMFeMNsZiSmHEe44ihzCR55n6R4UtefvcMdfnxgWH69pd6bz1jAVGdM4z6vGxKbIah5CIYCjMJtlTPHKdNl8MNsdYK/zkbX24eViBqib2yzK2nICo8WdpocwjEand/pfeeV0MgVun9xPjwPuFZRc56kcfM8j7MZ3NycWCzrNm40b9/4z7r+KU51mr9DliM75NqZUd9se7TSOBahbSnLHKgJPus36uGloTptD1hem1tVGtfVh1efvPNN8uP/uiPyute97qi4f3JT35y1muqreltaGLMwY5aL2ZXNnDOnz8vq1evrp8M9ZI9ybYMHFlS8Fw7gzj6jAUzizeYq/FwZ6LSNWky6N9AyZgwnKl5DTBMMJZcaHYAC0R3b817XukX+xiJjpH3mq/zTZ3jGF3B8FPyKQULMuqJA0o1ZcKmggKDkAUdYxHLC/CoYgjiJd/3FZ7EDE+rW9dm5XzfFll96ag3vjCYITFjMaxGO/1jwQ1p2IXgcSZknZrTGK1F2Xv9Ahk2Znfdev8/mxAQfblhWOP1AUu4Ao8w3m03LlJiFVfdYCzxkwTGMmOl5b00HJWLuBZQ1gtPL/fU8SKUuaPga10D5gme5A7Yka/6H+aCKyU2EUp6BZK2Qo836op67vVjTfuHH/XRAXjvGasTB8M4bAws8wVvUANXcqpb5NKQyImn/bE9d/qIBOcZR/bOUnkwSoipV5oxPBoI3wDeZdq66EnhClOTcj6zQlZniDII85+xxUtbDOvu9uH0gPQKDGvtN78dMSBeZ1IWJjypn0JzzBkbSOo0QoT+6fjh3SbiQUEbrozUxpkEW6pnIiXYtNEccf7PhLkPKV81ZC4HH/Ye0RkItazZNIgjXWZ7v1R6P9EPfnhW4/4sFLO8DwtTU3L+9AlZvWHDzD7r+NXjO2Axvk+qlT1N92kkcC1MODTr96qhJWE6bU+YXpcHqja6//t//+/y+te/Xt7//vcXj7385S+f9ZpW84QbmpQddb4y1Ev2JNty8loWi0kyHr1m3rJHnnNCa2f7XM/BuxqfmzxH76es3GXX58tlT3pFXE551Hact67Q8l2xoQyS74GJUE85KTss58VjeBUTY6NGUrEvU+W/ta24L+5zZF0xP92kjlU8xhMlhmyFiw7IzZRhOiLscl7arpnzKEke58KXo/HT8Oh4/FWepH6SecEutz+6TgnatC6xthETt2lbsaHkvGmJjRd0kOaxjaGfJ69Lbmi5fO3pmfpKyrDY74F4js/386V8t87VXlLvjZCz2fps7N4Gg8FgaDaj+5WvfKUcOXJEHn/8cbdz+prXvEb+8R9D/qShfbEY7KiExkF+RPgq3kEXRtw19z3wluJho75tGhlPRdmyoezTqA/hxWOWVlZHQ/ZcaHgg1MIAwdDCC0tesfOCFrzsWpMYEPJLWCNeThe+3VsKbcVr2Nnnc/FoE4PTMUuH2sIYXoQC4+11Xj5Ka017DyD3xEhxRF+UK1vrfxMm7sKjez3xGYYvP5TqQibCkQk1BniV3TWhNJd6J7levb4cc7m6lOwa82HrnENYL4YoRjmed7yueJHJgwbk5eKRJpzYsYsHAi9CeRljx44dSMQo5eVYvfHmMi79Xk5HjjXo2yYcHe89NbCdNzOEeDvir65AAsf9V/tQY1c2bcIvpnfe5A04DHXGn/Yh72Jc8MQjg+tLqCutpE7IyXGItzD41m7z40xZLeabI11bGULfO/yc5f7IQRuuLjqeyl4vK+OKvMqK7EpkTXsvHOdgNDtyui6v91WE1sPoHkpv8YMO8GLTB5efGgx4DHfn+daSVYG4jHEaveb/dxsaQQblIaDu+MpVvo+E/e99TsipTmG8j1nBiYBgTo6cF+kOHng3dygvh3GcCXoJnucY2oaTMePHEf0gv6sPPi5y+bz/LMlkP6akbIRxrwj1liNSQg0RTj67rn5zIGsDxfSNCtfNBWVQ5/lgnrm8/Fx4DgNRHc8F7yI+TxIvxp5Uve9USuqJ83bX6d2aHIfkZox7j1Jybnr29+985YwJKN2GCmk3mcVh225mdu8Gk5M2zT0NBoPBUHvJsIGBAXne857n/n7pS1/qDG9Dm2MOdtQFM7sGEpjM1KQMFsYlQ5gwubAxCUyaDDj/HHkMOZk7vSGaOzH3dRgHEDGR6+yYqmFmHhS54+W+9nVCLr/AJN+vz9fEVq8bC3+MQci0nEc0eHcxwh1bdqi97epWj4oceLAUJstinLzb6+7wC2EMcTyYRx4rhZAjO9ditKknEgMH4izkpR5ypkNk6x5/7ELIG8cowGCFTOvAI/445wMYt0FHMN5ZCBPGrjWx12/1Bv/BB71xNx0MQxbh1KDGSOHYhp0+/5tcZowwFt+QjiETC/r1u31+9/GnJTM5IYOFLsnAfs14IAt9ZOHnjPIRH1rMmBDCzr3Iiz5xwPeF0GQ2SchRdh7RnG8D1mjCfC+e9ob2WvLXR3wuOTJBhAahGUY2hhFjR/j7na8QOfmMN+4co/VVbySjPwwCynYRIkw+u9tcGfDh1o99yo8d9yPsd2CtyN47RcYu+7x6DHM2K9ABRFsYYhiIzBdyz7kHxikLXWThvvQNY43rmDfkVZOXvHK1D2vHoGFTSGu6773L950NKnRBu+gFwxkjhmMYzNyHMHLyoBknDAvywekvcxkZnrrf35/5R/84dtuLfOg+kQIYhxhLK8JmgjOSe0XOHJbM2BUZlB7JZFm4d/g5yvzlXugOI3nnrV4ekGTy5jebWKcOhvrJ/V6X6Im5xQaI4y/o8JsuXWHDis0ENiRIS3CbCkOl9uEU0HdRklgKY5FzGac4+iN5XTVAPuRV4j1kGtjgx43+ktLB36OP+vcCm2gaqZAkT+S+kwd8W7GXGf2u2163d2vZOPCcxiRt4T3q3r/9myq/f+crZ5IgkvFCl9tvTC8dV2+m8EZ/f9WV/Czx/VUHwL1DnqFjul6kexoaizKdGtoGptflgXkza2g+99jYmHz2s5+Vv//7v3e/+d/QRmAXnC/lZO1SZUddyC45u+5hEZDNZGTzih732y0KOM7naTI4cpyjfiEPWZN61Oa6juleNLgxRMNiGE/5I58IDN3lcvl2p/2i0eXWBqMbQ4iyXSyo1YPsyhBlfE6n5nuzyCT3FmIqF6Kd9wYXMnAP55Xs8gvT00ejPuLtywYDBO9wIATCaHDsupSW2uCNMxbJLOgldAlDD48VhF4Ya/QPeSEo4zr+dkzPhRITNYYXBjieU4wnSK0g0EIeDGRnGA55o4N8WoxZgMGLcQZRG4tpgNF63Z2unBUvmM25ScnqBgSGL5sQ6OzMQW9ca5QBn5NrjlHOgpxFIp5v1hb0h3JR14Z83jF61Q0KtzkRyOTQ4Y4bRJ7+ojfk0JnmbjJWsH+v3+Wvc6HjBT+uWuubcTn0hD+OztZu9Lp0rNKXvKwulJwc3hGRwU3+OojJMGzXbPVGNezjbGJgYDFmzBHGn/5DvKe5/GzcYPyt2eI3ArgHc5r+uxJwWW/UEklAnvbVYLygY1jOGQv1GrJJwHghB7rSUnDOwx2eUzzq5IbTH52jw5f9fWBxR1b0x29khw2d54yyXRi6azZLdvKabJ68LFn1sDN/HZt4wW/4IC/zA/nZhMGwxTjT5xR9QRTnwvInvay7b/dzjU0iNx8KgTjuFSVuAx0vcsXj2uLIp5thyWfXvQe6fZQAm0xaHz15XbXA4MZw1rJzvEeY245Qca83vBnXI0/4zaTYsOQdwnPO81KUrSelrnxnee35+SBtHJRXgufCRTSU3qPZNZtk82B/+vt3vnLSz2TFB+YGY3jsKe/xruf3yWJ/f9VTNyBt3BcIyNM2b94sWZ7FRbqnobEo6tSI8doKptflgZo83Un8wR/8gfzCL/yCXL58ucS3tGqVvP3tb5e3vOUt9ZDP0AxgoQar7GxMvPNBRKqTLxTkzNVx2TjQXVr4xaQ6sQwYohgTGt4YY7brTh3yYdrq4S6TZch7qFjwJ8l+MITOHAoeIsKl8Sb2eG8dRvSm6/wClnFhgcn5zgO2qkSuhLwYGZzPQp2QX7ybGnLO33yOAcNnGNaEhiMrxGacg1GM0Y2cMBvTf0jLaJvyYngkMUbOnfCEZfd+te8nHs2xUZH9D3lPIX3AO45XDs8yRiTX4o3HO4oBiPy0QYmrjpzvOwYSfcFguvFeka3XeWPw0MMihx7z3nUX9jviw7evv0fyN36FnJnKysZLR/wOH2RjGFOuZjm549TNXus3NgjRRoau4MW9Quj1hPeaY2yxmcE4YxxSgxrPr4bBH/qyN6DwiGP4Ub8bA5NFPuOE7BPBGLr5hV6vjCkGEzonvJnP6Q855xj5LGrwfMOsTe3w3o2edRwDc+SKlxVSuD23e+ODqAB0eMcr/DgRko8RzJxAR/SLzQyAZ55xR89459mIwCCHXO3w4yLbbw4kb9StxptMKbLPizz/1SK7bvX9IqXhrlf5+aah3WxUMP4Qt7G5g3HBfekTRrLmZyObhFrd6IJx5BgG8sadXi4MeiIAGFfawrPZt0LyfSvlzHSnbBzokezxp71By/hh3HIPjHzmqQsb3zaTyRuDnDF375JrIY9cfMk67oMxxDg4o6g3Ck0OfcbYSwtzTpISKhgbxtKF0oY0ieR1tRCB0ZaOO3MII5a2qFvuiN5GSrnzST4D5gL96dvn23Ll9Hanh70vhFSsEmEZenWRLsg7XXyP5nM5OXPlWvr7d75yphFQgoyWFOzymxeNZgpv1PdXk5OTKiPymTNnZCNfK4t0T0NjUdSpVhowtAVMr8sD8za6P/KRj8gP/dAPyate9SrHaL5p0yb3Ivibv/kb+YEf+AFZv369vPa1r62vtIamY0ddECISG9amQ9cmZEN/dyn0MUlyozJwfLZwuErX4XlyuZ2F2UmQktez0ERAF+ocFow0gRHirrvq88LxcLEQB7rAKZJUFULObfCwqQx8rt5zZ+SFvHB+Mw7kEbOIx+ggfFvBYteRZeW9oYUR4zyyoyU5MeQxBJUl3PVt3Bv1bD5wHJkw7Fy49il/Th8GWsgv1/5oSC1eYTUa8VKzED95qHzcMCa5z1P3SWH1Jhka2CEbXK3xaNxdfdyQ38nYIoMjTwtkX/QFmVwfAgs4Bi79JgwbsGB3sg97zzJwnsbREoM7yHV7g1rD+5WMDEPeeWUveK81lh9jrczkGPb0iTHGOHfXkKt/rMRkju7ZsGHczxwO86PfGzecSwg+UKbt2GuremSDQPuDQUD7qmuiClQeN1/GvJHvoh4Yb7zgRG0M+k0Soh4Az4duSDmjM2wKMVZqrCaZml2fCr4sWRJsooRIhoJkZCi3WjbQlrLgozMMZe0Tc8yVrYveGfr+YNOMcccoZ6xKk8L/T7QBfVRgoIJin0P/qiZS08oAucCqvq6661LbCue6iJO+EHbf7Q1uoGXWFGmGTpLIj/HSqgX6f61yVZIzDS6kv69sHAv5QuX373zlnC2KQDd7NNS+Fb+/WoDcDTJbSthsWN23aPc0NBZFnWqlAUNbwPS6PDBvo/ud73yn/PzP/7y89a1vLTuOh5vj73jHO8zoXmo0O2nKfEluZiP2ARhdri5vos9KglQJ+nnyvpqbymITjyz37YSgKxs8Zz0+FNnVQe72xhoGlzvGgrxQksuV9Jrw12K08INBxPkY3Sxkx4IH1JFSdZbyKAkBZ7GKgaieJvqIlxFSMgx4SovRZwxxDB6MH8KtkQHjjjHiPuR0Q57EuGEw4VHEsN55QyCMm/ReXcYWY9J5bSE1C2HZXI/xgqFFSDWe6dXBmEF2vLZ4JZGR/rl6yoQehxBnxpKNAgxr+onhSn48cuB9J7QdfbA5QP675gqzGUE+KLJg7Dgv/UpfH5kxcWRbOZHbXhJywsn7DWNLuOskIdeDPnya9rgeWSDGYy4Rwn79c/w1tONqLgcDz5GRdXmDxRFSBS86MrMRw3iT881YYwC7+tV7wo7SOX+e5iiPX/Xzgevw4J85FrzE8fNJjnkgu0OPjAvz6+FP+N9cj870GXCkcdkgHwR4gXANPbla5Of8+GDc422m7+6aQHan+eD67HAcL66L6Jj2Y4PcuneiIbsuV50yd5dDyDGbHMGjrqRiQN9FLsS4t7Q5wzMVe8g5R6+rB6FXMf0kbFSR767XIWul90VqW53lJI70hWeaOeo2EhJy8H/S8NaQ82RbCyF4qyTnQkja9Jz5vqeTOdsx0IWSTTbjd1MjsRTkbs1MKGcwGAzLBPM2uh999FH5h3/4h9TPfvzHf1ze8573LEQuw0LRCqQp8yW5qUTsw2LaGcLd3ohL9hlDi9Bu/ayszWCIpclF2DPG0vGnSqWeMHaUzZyFI/m6Ls80kJJhTLKoxCDFg0vYrCM+KYSw8hEfvnvyWR++TZuE6XIdXl4MEo7hlSWc2xnphPqO+lBv8n9h/SbMm5rKGEeOTA5W8A0i2/eJHDsgcvABv6hlsU1+LgY0RjP9wIjDoML4hln5lq8QeeJzYbMgsIT3rRLZd4/3NmO0kwMOeRueZcL18WZBCAf5GmHmGBC0iwFH7u2zj4ts6vHGOTnVjE1MKEfYNl5dvO4YueTF4lU+/JjI1WGRgZVeVsKe8agTtk149bMPlepUMw433OON90c+JbJpl/fiEtmAcUefmSfX3yPS1+VrLROOzljtu9cbB5//bAjxvl6kt88bPuR/732uN4whoHKpB+juqtc14fUYl9TVpn+OFZy86wsiZ46KXH+HD/9HLvK7MTQw7plrD32iRMTHJg0kfuidNsjpRudsJmCMcR1EbcwJ+nz2kJ+TtMu81s0ijGHGl+cAoxrZGAv6i0GD0cwmAnnvK9b5fF71VvIbYxxGccafe9Evxo1py7V40ZknShrIB+iPDQXI45hHyMA19Ic5SypE5lhgXA9GFf1085dc63OhLFqon05qA/3lujRixGoIvZLvFHRJ+2zcaAqII7kjMmTMRyF0pLwvKr17Msf9u5Vnn/lFqgH347njOdM65fQ/SXbEhgh9TGtrIQRvaXLOZ6zS3r/zfU/TT5dukggxZy4w35Rsshm/mxqJpSB34z2eO918hHIGg8GwjDDvhJBcLicTFcg3xsfH3eeGJcIiErXUi+SGtem6vm6/Rq2G5CZJ7KOsuBg1cd3huM8YTbCUK5u3gv8hbFJCryT5Dt63tZv9eUpw5dipMSw3iIyFBTuLWwxnDCYMNfXu4Ylmse882ZQamvSeYheSDkHXkPeIYkipEYQhQp517GUl7Jbr3II+nMOiloW/hge6ck3TPg84GzyfLo/2gmeL5h6ME4tbQmK1jysDAzMGOca289phoFz1Bj2eZ7zomuesxgQLawxgjFI1qtRbefaIZDZskXXXLkkG+R0jdWepDrMLcS1E8zRfKp+FYYbBfeWy34jQutObd/tQZ4xPNTYxaGGW3/+AN9oZA64njJlFPUYs+rt43Lel90Mv+x8Uefp+kc2BXI0NEIzqU896A5yNll03+40ODFLkYAxo75YXiDz9oL9OvcpaRgpPP/njhOdTIg4Dg7EmfxvmcOQEeMb7B/zGDTohp57NEe5N9ACbHegdI3jbPpFzR0pjDLcAGwpaz5z7Y9A47+qkTwEgPxzdjOOlh5n9qs//xyhnXABzmbl98wvChkggHOQcxxCe8fOAMbh4SjJdA7IuPyYZ5i4ybiHXNwrd5z5uw2DCb8IgI8ZfMcw7eMPZ3HHPScbfh7nqQuwrECOmPfdJQq804izeB0SJuA2OfKkdxj6Zc13NO5Ixdiki4W82z5hz+gwyf3fe7DkO4hBr5vsN95aH9cdtLYTgLQ01jNWs79/5kpHRT0jnNJTd9Y38/WlPtBj3u9m+mxqJRSR3gxF53bp1kuEd1GyEcoaF6dTYy9sKptflgXl7uu+55x755V/+ZfnjP/7jMjIH8hJ+7dd+TZ7zHEI0De1O1FIvkpvsyCVZVy3JTRqxD19Aw93eaGRRGXtM4j7jgYO4yxmYo95ww8OdrNNdRsD2rPfIXX93yNmc8J8fP+ANGhbdGBHI4fJVQxkyV04plDZjwc+PYwa/4L2cXL/9en/tgUdFBtf4vGVXqqpf5OgT3qDacaM3hjDgMHzwquPtJeT7S//ux4s+OM9bn/dIUi7rnq/yhpWWWyI3eNft3tOFV5cFOJ5QZIHQDKMcuQlHdp5AjCZCjE/6RTIM0yrH7tv82BHWjlcaY572XKhyLpDADUp2+82yDs8+4daa9844YIzhKcdAZWGO0YXhjwGfD7nMLpT7jJed0GiMX7yWGKaOICyEUWPksNkB8DRz/yfuCwYcC9xdfjwxQI8+7b3ijtgML2UggcSgxWhFrqNf9uHrlB0b3ujbJqJANwroJ2P92Oc86VhXZylSAUPu1hd6vQ8h+0ofFaCGhwunp3zbzf4Y40UoNVEBENvRbwmkYuTYT1wV6eoXOfG0yBHKoRECzrORETkdiP/QFxs0GLkaOkyou0t1gDhw0BvDPF/ITaQHeiNveiKQwIHhs6HeOoRsYTwdyRnzg82IYZHVm+X/Z+89oOPKr/v+OzPoIAmQBHsnF+Ryub1JW9RWWluSrWIpKk45iWMf23JcFPfuv2M7luUklo6d45IiH584diRZkWQ5UqKyllZaSdu4lctl7xUsAIgOzPzP53ffxfzm4Q0wGMwAg8Hve84QxJv3fv09vO/v3vu96e23SJflvb56Ue8nJ7SHu3hEmvBcwOMBrwGz4mIh577hJ/OH1Zx2sp6xOLtNgyge38hiOYJeceEsLK3cY8B/XkDGKc/alfS8SHr2MP6kKZx0224U6b5Hxe7aLOxiZSxPd4tuUPmEO7GsMgXekto5i7Ga8flbrhiZE9LrLBTD496IbzTMNO71hnkSd+PdDII2n3UGVBcFcxpQNwjzujRQNun+9V//dXnrW98q3/3ud+Xd7373pJAaqcMOHjwoX/7ylyvb0oCaFGqpCJqaJNuwRs6ePSubNq2ZWZEzSdgHMmcpkJI2HPw+Q1TiJLtIuyYF2HhB9wXJqNty9ULQcC+mfnuZpA2QCNzIeemF5ENucO88sj9fzsoo/dFVck6Tq3hcz4PYQlzdOWuUfLvfo2NOZXtECTYfCA4vtZBfE/TCGupixL0URRAB2uPSZUUvvxAfiB9WKAiZi+9tUJJlMJd3ftJeCC+krfdq3sLNcUtRRv/7rki2/6qcHRiTTRdPSNqCgZ3lFuXwSPwMIkI4BDChNspxudCx/EN2sdphxYcwReuDdcK4M2aT/Ytim108cSRihpWTzQKrj/Pj13E+RNJiTdlMwcrMHGMtP/a8nnff23SD4NiL0dyvVivweIPIpWjcr1xQ4s9GgV++LyRHLmyLo3T1XValdtKAUR8kGUu/rNDvCCEAFvNt3ghOBK5fx5SfRnBxI3eEmR2MyLprv3MdLuHEt0O+mVNb27TTvC0MTm+AtGw5R5CzqbScXbFFNo1clTQW7jFvbdGeybnA48F7oZ9MwRf9dLnFmdMozZbl0HaeJJ6FthxBL184izU1GW7iPS/M6j3T8yLpuKXfKgAkpiMvHkcbTARu1mVVSEitxLEq6flbrhgZ97cvhmcu5dO1eylgHsTdUETWed2k81pLgnIBlZnTgLpAmNelgbJJ96OPPiqf+cxn5Bd+4RdcijDD7t275bOf/aw88sgjlWpjwBIQTcFDYmBgwP2cEUnt91OHxV3oil1TKpIE2Pw6rGyfKBD7bNYE/xo/vzAgjtkvC9ftKeVHIk0+nBXYEyoyVzM/rMOlH4uFefDS5f+hNpE43wWUsiz3s8GJc+VTA05aDv02WLneOOQyTTKQSUuOMm1uEcxKjc/Q58apc2bpryavy0wdd86Jh7a4Y/76MAGrhDVTMH6EEMTGwaXf8lx/rYz43Ptlx/uW9DtwFs6EdRqfG/czYQ4Z18nyI2EyHy43s3edzV383om7JMde7HLNbXqvtsXKj4879SfdlwXzHJubeHsqIehVyedFJZ+t1XxOz7LsWT1/l9jfpsWMeZvXgHlDmNP6RJjXpYE55el+17ve5T6nT5+Wq1evyurVq2Xz5nlKARKwsEItC6GMbnVipcL65pS9J/LEA0KL5dZUzGfT56T+mHsoxBjrM+7oPhl150TnI7BFe2gH1k8swbkBJUy4U5vbNW3DQkyZFIX7N9fd8qDmn3Y5iAdE0k1qtSYdlLmE4n7MMdrg8uu2aXqnV56MrJgTaqlF4I3znNU9Ff1/NBJuQt0ad+Kc5r+GPGOtxiUWF2ssgs6aSiqqlUr2nbJ5i1rjaItLDZVTCyyWvW23ipx6RY8xRvSHNjA+xB1DQHHDHom+MxLMuDjL4HqdO+ojDpbzqRMLvasrnY8Dx9pNHDFiYYz9kCmpr1X3/DZSj0WiacSiO1XvrBLl5auj+qO4cv5PWVhWXSxpVAdu6XhCMHfOVRj37Mgd37WtRUXU+D/iWZTDufSZdYA7eCalfbHYeFsbuNtSn3llGLo2qmWfNGx8j+cCLt7EirMGEKvD3Zw6TKyPuaR/HGM8aJeL8ScXc6uS5c17RVqjfOVO2CsdeSwMantwh+d6l08cqzWx9xkV8nKeBaOxWPyshgmcvxwJZR3MC2VxvlP4H9M2sEadS3PsvuQnHh+ovCOWR1o8+symAPOEKBv1MAdO1yAm6MWYxN2x+Zn11LBpL9Z8yuN32lAgVmbPi+ieMUVzPuYOzlziAu+7hFsbGAvfbZu0dHga4OVg17nnQuyZAuyYS90X5a32QZlY/Z0nS4KKeymwdlI47aIs4noRxKPShRLOqte/TQEBs0FYowEBSxJzIt2GLVu2uE9AjQm1TFEvr5BoykIoo8frdO7C5zWWlJdWyBJEwb1kN8yuz0n9GXxRX9pw84Z0EGuLUFcWC2KDKkAT5wxJdbmsI9GybcTM9Yqcxh04eqOGPNAO4owhsyihQxbXbRX5zhe07TfdKXLXm1XYC4Gz/h4V6kLd/On/qy/od7xB3Yybm0T6n9HyEWC793tFnvqSloP4FQQNsazvfknJTvtykbaVKpR16FmN8915h7qln3hRCQQkBOL/8rdEzryqY0AcNCrX++4SefFb2q7NezQ2/HnUtxFsg9h1a4z5yZf0GIQBISnI6zNfEVnZLbJ8hb5ooHZt7u+4UjOPT/6DksLGdpE3vV/bcOhJJX+kOxsZVaEzlMkhZg+/S/uBy7e5WD/0bl0Pzz6m44J6O2R8803adsb9jjcqYUNRnPjb8ydE9r1WZMU6kSf/j8jEiMbZ3/lGJXCcR39wwUYhfeddLve4c0snNhJix9zwu1sj3SJ7Xyvy7Fe1f7c9LPLyt0UGL0aK2WmRLXt0k+K5f8yvNchr930iz31V+7N6q8j+r+iacXnV0yIbd+smxbEXIq+HlMaqozPAWrGUc7SBdYoOAYRjBxsih0Ta2lR8LheR5nu+V+Sbn9WYccaUtUxfLxzTvhBnzDogvRrrxCnxrxd57Tuje/yyurATj3/oae0f5xBqgWs8ad3YHEq6L/mJmjJu+qde1vVHrDv1oiZ/7pASYTY7ED70Bb0o3+ozsDnDxo25yDM8pqRvnhGsJVKzGWgX48D9NRm/LiLXL6jAHjoFJlRIHy2fdFIb2MRAy4FNMTdW0aYIbua+5Tau4g6YM/8YG248j9gMIsSh3Gcr7WQTh/vUz9YQH9P5Rj3+bQoImA3CGg0IWLJI5ZaQ31FfX590dHRIb2+vrFiBBW0p7aZWSDSFMnlRLmapgIyUUQfLkHlhfqaochar0yxCEE8stmYlmU2fk8rG4gehgyRhgeR3Xo4hrpA1LCcmggXMkgQJwTKFhRyrNsSBF/+zh/UnsdkIRiGwNTSsmwXEGzvSHlm9b36tEnqsm4eeEuk5L9LSon2ErGLtdKm21uZzRaOk3X2vWvawWiJMhXgZRJ1zIRxOHOuyyNod+jJOXDnWRvpB37HMIWxGG7E4OxXuCSWplLVpt1oxEfOCYGCJtVhxZ4XfmW87ZfZecBsAuXSz9KYapWN8QFK0g/liTJsjoTjKdnmrB3XtHIEsRaI/WCIZL0gc/YSIUBfWRIg+BALiRnz7xeORyBieAljUm3Us6AfXQWpIU8UYmdo7xygf9XDE5SDvWGd5KaIeyBDnYe1lLNkgoN/0D8JOajA2EbC6mnI5hBJyDnlCqZw1YWvFudiT25vNgG6NmccjgvVla5AUcydeUC8CCCNEm74M92nb1u3Q9cJ3zgOjWftHW7H4vvh1tRSz9hE4Y1wghcw5VnvILWJlubTIrttFju4X6Vgn0nNK5xchP/pOyjOXmxtPjQ1RGcTmrpDcnW+W3rGJ/L1KKjtfMAxSylj496B/XzKXJ1+JUoxldY2xFu0eZOOKMXX3V1o3o7A2273qW5mdgN0VPb9rq84tavSsK67Hgm9u74wjmyIu73lGreJ8R1lY3UlpRzl82Biz65i/u95S2AaztnPfnz+i9zp9Z207C/VF3fRAYI3NB+pzZHBMNzT8jUHOY4OK79x1ngdPuc9W5oSNGzffUYou24TAe8D6U8rzd4n/bVrMmPd5Daj6Gg1zWp8I87o0+GVFLN0BNYpqiKZUSRmdF4LOzs7Z1emUmnH3bc6LF4HZ1J9UNqTSXFFtTwqiAMkyhWwIH3mrXX0t+uGlGYIoEWnkg8XRpV1CwA139PF8fmlAKi4IDfXxgoxCOG7SpBF79amon41KtiBxBkf+IrKKGzWWZsqCcD39//JtsNRIBqyoTuQsEvmCWEBcGEdUwflgpSSeGSuggT4jaNZzVn/viPKh03Ze6NlY8NseicWl2jukE/JHTmgDlmMZ0rFxY7A+Ur2eEDnzSt7dmo0FX3TORL9OH9DPrQ9rDmr6/sq39Zy9D+jmhC/o9cYPKNH69uf0dwg/7vK88EPOwCP/TMXubM4A3gDARNQA7u7jw2qNdfOwUompI+lDInTDCdFllEjysT6aeJ2cVQs+6vK0H+v5JCK3fWBqz6RquxGlfdt8s4YnsDHg3KcJtRjXtUBfrO3OXb9TN2kA17LBwzkmZNV9l7aVuWazBBBygGu8rVmIJRZhiysfGZTUtfPSSShCklDWdLD7kjAKu5cAY+SLaznXai9uHkJP+f69auJg3HMDXlsZC5tT7l3KYePDyuX+pO2QW/OQceUM54X2bOztOu6xeBtM/Iz7wfe+cSJ+o9ouPrSFDTSIfVzFfbK/pjofpeSLE+5ynq2014VEZPL9MPj9KeX5u8T/Ni1mzPu8BlR9jYY5rU+EeV0aCNKHATWhjI5y47Fjx9zP+aqz6LX+saQ/kGYBnXJdTA0b+HGkLkf3SOwa1LI9ZxNzWR01ghaRh3h9TmXaGyssb+66wcLr4gJs7uXfIzRWhuV6trJpV0E7Rwvzn9t1SW33ynfzOt4sWT9wlTHx22Bt9HP0Un58LTgracIY+3PE9/E+k6O6IIba2u710cbNr9O1MzZffD+asD4KrouNsd9HgxFwrPIFfYzlKXZ5jWNl+/W6a6L/+y7XiWsmSv81eZ2phU/EFMfHp21Tdnio+L1aCuI5qOP3GBs5SeeXcs/5a9Q1dqK0ssq9Lum+ZJwnv/cU2f1zpvRjrLLPuZnyfMe+n/b5u1iw2LJ2zAPqYl7rCRVYo2FO6xNhXpcGgqU7oCbUZ3GtGR0dzaus+u6Hzr07k2wBmkOdBdfyUmziTM662JTP5wvxwmKEUJQTFmspVCw393KnKN4e5cBuyFsccXvG2utydzeq1ZiXXizQCI05t+gWtUg5V+shkaZlGuuLRcyJSXVobmwIEKmsaJ+5jOIaS/ucKNZyzdlN/mlismkfVlBcxrGiNpiydkr7CsGBABK7S1nkBEdwjHGnPcwDsb3MC23NeYQVwSjj0rSf/mP5o17KITtVplFGRxslRywzcby4RjOOuCpvjFyssdo3IJq2XN2p6T/9dgJpa3QOOIZFmX678xv1O2LMV60V6VwfuW4Th746mocRtaJikXdq67gbd0XptLLa59YRja0nZGBtLhqzBnW1B5zHhgYWburEhZs2EArQ0qpu+U7srEm/Y07cOmjV/O2UhRUZhfbGXN7NnHXh3JsRj+rQtjHGkQu3Gwvm1dYP6wIrKG3Aw4I5dAJ7UYo0vAtYl8wzZZjSO79b2jjWiM09/cHNne8R/rN+0G76TJu4zrnq+2m/JiSXy8rotR7JdbTpXMTdIWcSCaJd9AVRL+4tuzdcGr5z2i83Tpkod/dwFMvOGozuO7vnnFJ89GxwfU5QbPdhMd52//I9GxnU59YVIQf9UT0IyEVicvHr4s+PYur5piBfiewKs3nO+Sr/M33Pc7f/SuGcgsUmRhaU0Wf+uxqw6NdomNP6RJjXpYGySfeJEydk+/btZX8fsEgxH+qzcaERyC+iQiaaVsk6uXbsiOZjnrT6jiihtPheP8cvrraQYUdETuXjR4ERdQSVTKmZmN91uP0eF7l+SV/ur17UOE9cjKkHgox4E98hhIZbKmrIiJGhCn7sORVyw+2dl2AEtK5cFBmLFKshgJdPixx5Vl2yGTeIDMJSkBb6QbyqUy1Pi3R25fvq4lIjy+ytD4kcekbLYaAZBwjszfcryclEL9+4HhMz6uLGM0qQGZtzR0QOPKHXbLpJv6O8NXtFOlvVTZtjfVfVXRmXa87FhZwyXf7sDiXTEEvE5nhZhDAy924urqsbPeOMWB1u7Td2qps3ZROLjOswmxP0HVds577bKHLTXSr2htiVI7StIve8WctAQIzrqJ/NgR3EFQ+rqzXElBzqLqUX857WzQFc8RFKw2WZ/hOnTQwxIlzMAYSfkAH66XJvDyqhIUaa+jnGhgd9Yc7JB888c/6Zwzoe9MGpwUcbL5yDWzlEnHllrAYO6RolHpxxOnNQ3co37NC5xe0Z9XjeuykP131w8ZjI6Ve1PPpFP93YIeSH+3dKY/VZN86KHMUGUw7rgTliLH2RqlJEgrh/2o9rSIALA2BTZVD7g8s7ZeP+vG6nyNlDIteWa7tZs84VfFTvJdYG17A+GDPmh7ZyzGK6fXLp1lzUd6fkf0bb6jbVItVyxh1y6SzT0SbM9tsKr/Off8ynKaM7RflUXsWdMaUts8muUKlnq1OWRy8g5kkRHwebLzxdbE4JV4kLvi0GMbL5+NsUEDAXhDUaELCkUbZ7+Y4dO+b0fcAihanPJuUdroT6LFay+Eu7xU/yMuhbripVJy/mfm5irIFYAiE6PniJdim+eCkf1ZhnXlQNvLjyonrlXL6dvOBiTeblHashJIvYZIgU1lte0hFR4iWXuHSzJBNzDPGAEPEyf/WSEj0ID6S9I1JE50UedWhUlwEkrzE6HzEo6scK6tJbET9OPPJxtURDUCyf9LLVaimH0FiMOd+bSjwq5ohyQcA3RZsFAKsxfcEKf+JAVNYKJcSQbES+IOpnXxW5dFpJFqSDfkLsEKHC0gwQOoPEWN2cC6lkvNhMgFgifOZSea3Ob3ZAzlkfrBPKpQ+Wgoz68QyATLKxgXUbwgsgeBBk5sTcvCmTmG3IKAJr9J+5YC1A7GkT64VNIJdeLVo3eCMw76xR1oCz4HZpe6ib750VNqfzEre0QpIp35UVWdX99QjZZR34axHiyRqx/rBBQN+xWFPXhZNKvFlXRsBMSAsF9dNRXLpLvdUYxSojRHdDx9xZ3DtEUg2Ra/qEqpy7VHQRuIb7lfs26d6Nn+N+H9P4+cl7B2GzKLUVnhKQazwXUNbnmK1R+g8JR4QNTwY39/06bqxxi6NGyI52M/++GNqe+wrTf3HPWV+wqnM/2lqwHObMn+9hE3/+sU7ZKKE+FM4tDp/NOcbKUgyaijuCfcWyK1Ty2Uo/UV33c7zHxyFpvtzG1QndhIy7xPtzuBT/NgUEzBVhjQYELGlUxb18fHw8KGXWMyA4qGxWUH02nU67HO/pod5kSwWk1RSpeXGslOItfeAlmZcyU0SGdPJSCsHr3KJxmdQNCeElmmsgXLhYY9mMqwPTNtoF6cJyjdUZogM54MXeKWpH5WId5YUfsoG118gC1j8IICQfAgDpwTV78y4lJVsilWks3M//o8i2vUoAIHxYH6kLIgxpxDrq3HQHVUwLUsExCCmWTIgLrtwvf0OJDfml/bhU3KCxEu++Xy1htH37PiVxbE5g4Ua8bTk5xZuV9ENKM02S3nqLbG7JSNrlkW7W/q/coO7FtIE2Q04gfYwRxxgD6mMDwfJcQ2iN8GGNHBxQoTPmgfVAu1rbRPY9FOVcJhygUQkEZfF/0pfh2k9KNeYYEg6JowzmKLVCN0Eg8axBxpA24x7OuVjZmW/6zCaCvcxj6XZtPyZy4YSeyziwWcGGQio6j75glWWDBCKMwBbeC8wjbu+4eFPmwe8qkbMc11hJ2fA4f1RTywHWGXOLWj7XOetpWr0GIKwr9+j3XNvNfI6IrFyrmwf91/W77rvzXgCsU9Yc7vq4xTe0qDs/ax3PAjZX4PYTY+4W2NzRlk9ZbwJA9v+ZRIIg3KxtrPJOiA+yHN0/WF5RUOd+4zzaZqJmbGQ4sTLSo0U57/nJ3K7u1HnhnuMaUsVZnm7GCsuuT7hpC/cKSuLO2yMSpHPPgcjl3eVft40nT3gs/vyDYKOKHq+vIE93gop70jOsks9WNgHY8PKV5f1x8ESdJud0fBrBt8UgRlaFv02LGZN/V3neBtTFGg1zWp8I87o00FANMYAvfelL0tXVVemiA2oJFVafRblx2bJlIpevFz8JEgLBspy5lYAJl5iKMR+sXc4KHbmMQ47i15gQUZI6MKQA91/aCalyxDGy1vNCC8k1K9/YNq3b1KK5DgKGdVQblo/bxprHB0DGIYum7g1hoA6IkeWuhtS7lE5enl5INcTP8otj0bS+OFf3PiV6wHdNZUyuXVD3bD4QIyqDQL/wjWhcsGDnlETR3uyIpMZGZFkDFv7BmFAWgmSD+oHk4goPeeQnH+YZkmtq3GAFFs3rSpQB88K5EF5TR6c9EF9HIiOQ7oy5NHV2yDQbF8wbBN3mn5cf5taE0OizcxO/qh9AvDxE1foDKWPMnLp9RDwpw6lYj2t6M4CXAnNEnwoEtsxqTLw9FmXE9kaVZLv+kOu5STc+AHHMtJUx9FO2OVX1sajOM5HHQlQHrvPggXfohgYbNcCt23YdUytr0q2YWPYbOiZuw2jVpMK4u1ebGmYvUmXn2NixTunzeC4vdAc5cES6IW/tN0uzEXojEPTZ4O7X6J4zmOfAdG0xL5rrpIXL6EaaKYmbboKNy0zPv6T6kp6RMz03K/lsnU5Z3puzyTn1BQeLCb7VOqqhjL5IMfl3NaBu1miY0/pEmNelgVltf7a0tEx+4r/bp7GxUd7xjnfIu971rmq1OaAOMTExIYcOHZKJuPBRJUXTSi3Pd0/0XUH9a0oVKoqfF3d95MW+oL6oPVgoDU5AK3YdRMwXuEKoC/i5WMkB7ZdjZfljbO0zd11XRsJjAbLuu+Bbm33hKjN9mjsw89rQIIdSK2TCLxNBNt/yYrGj8XGPjxXWz6Sx8upTobhY+7G8N3iu2dYWE7nyj/njB/Gf0obY3Nv5BeJZkbhXQRuaiwhsxcbUj6O1viWNezzP85S5SJhDLMNJ69YvH2GyOHzhQOY0m5NDV/rdz3wbGksXCcKC7mPKfLXE+hKNW9Lcx9tZKqYIosUE2Py5mm3ZiwVJcxoP35nmmoBF9HfV91wKWNQIc1qfCPO6NDArS/eP//iPT/7/4x//eMHvhvb2drn11lvl/e9/f2VaGLBk4NKaIGKVuVCaGE6SSvJsVXdN2ATLpLmXQzBxZ4dUpCPrj7OyL1MLNa7OTZHSOBbCuHs5bui4pr/8hFoJIXS89GA5xpUcF1/nIo8aekTIEMFyeYazaqnFvZU4a5SUndV4Qq3SEGkslChn07a9r1F3YcTRXM7tFo2/XtGhbum0HUE2rsdNmn5abuku8i/jtjumbtO4FtM/iJ+L823QcaA++kYObsTWViJoh3VyQN3S3/qvRS6dUOKPJdZ5BhCrPOS+z+Ya1RU8F8UMQ3DcZgMq5u1KinFzhxTipotIG/NG/7Y36e8QeqyQ9A9RMMaOtiFKxng6ga9cpIrdKrJ+m4q0QSiZE8b7lgfVqms5uvmJCz6x5vQV67Hrc5uWi7q2KanTNqekj1L5ShXLw/LP2Fm6JxdXHq0111bEvyZ0Pbj0bRGhxDrOXBGTTbuwIrOGIPBONyBSY6d9XEN/uMapltvmAO7V7bq2KBvPCNyc12xV6ziu9k7dG/2BKF+0G6doM4a6nDV8TNcDlnfc+VmnWO4n1/LyvKs09wnnD/RKdhCF/Yko5jsVpcMby6udJ20ScW9hsW9fpWNFPYy5G6tWDX1w90W04UJ/ULdv5b7O6ne4j3MfOZV1j0iwpljLlO/U44lhHyj+HIgLGjFHk+7q1B9thtmGhAmPFXv2zFRfNTCTSvxMsDFwQnZ9kkU4cEVL9EwYml7wrVZQib8BdY66SRc21/VeR6ibOQ0oQJjX+sesSPfHPvaxAnVy//eAgIoKjUxRQI6J4SSpJKdOz151l/IQ6zr0dCzPcVbdnc01l5fNA9/Rl2vcWiEaliLKCXpF6aCckvGwyHNfiVIcZUS23CJy/EWRG1ej1ERd6na8ep3Id/9Bz9u5T6RjvcYgUzcuwsRpH92v10IGtuzWWGbcrL/1ea17560i2/ZpORAnztt9j0i6SeRbn1Oygss1bulrN2tZ1IcgGiT/S/9Nx7Blpcj3/FORb39B5NRBLQciPHBDY7j/8VPax9e8Td3LD3wrcqNv0Bjp3XeLfPmvRcYGlSzf8XqR9o0iLzwusqpbZNtukSPP6QYBLuGQxbsfVcvqEw9b/6gAAPqjSURBVJ9TAkidtzwgsuVmkW//vbpjo0oNodp+q8aNQ0Lv+16Nn332q3qOu+5BjVG3Y4zdxdMquPb8X+k5D75LN0kOPqljd/RFkQffqToBrz6dz9tN/bc8LPKPn9Sybn1Q5MjzutEAqWQtsonAmnrh6/kNDTZA2MhgfIg9h0xDZInxPvgdHfettyhZRiHe0vhA+CDx7oVyXOS2N4g8+cVIZT16uUIN/s5HRE69pL9D8BDDY6wRrXPx4gMi971V5Mn/o/HfBlTAcS13wmnjKqhHf1mPBsgs8eKUZVYxjPg7HszHAEPaDz2mZDmD0vm1SJjrXp1TwO+IybmNish7grlm3P1838zn/q+qeB/fu9CCsxrLTsgE/aGdjW0il0/qWHHvsJaxgvv509mAQNGf2GV378rUNsSfA/HnjMsmcLPIy9/SjQATWGNc7ntbYTx4/NlTSn2VRikq8TOBMWBOn/fm9OorGtPP5mcxwbdaQaX+BgTUPiqx3gMCAgIWGKncEkrg2NfXJx0dHdLb2ysrVnjxgAE14Vpz+PBh6e7ulgxEtWBXOyY0wnenXp6quuv+KI+pOFL8hRHhkqQXRisLC6bl6TYRM4BqNmUff06t17QNqzDo71EL2NotIkODaiE9dUAtpy5VECmNohhaiD3WUyxnxB+TNstZH5cp6aCvlIviMHG/XHfsRa0HgTJejonT5jwsv5AbrJ7EEUOwSY2F8BQvIFjKITjEt1IHFlVeQmkDpIb+Qb6x1GLlhPjc+WZVhSadlLM+N2kcc+8VVRlfv1MJCGSR9mHhRMQLSyiECsIL8SUNFH2ifytWycTmW+TwcEq6Lx+QDG7l5obMfDIujD9CXb0XdTPCxKjYSKBv9AOrI6QIYka7EFJzYleQ2hv5+poR0NqrhI3UYSgw0wc8FKjDKYR3Kqkgph2CdP2yip1ZSjKsfEPXRY4f0LGgrQjF0c5ly0WWrdI5JL4Za/q6HVqHE6pDFGxcRbxu9GssPY9X+sQaxDrLmLHBwHXjXv53rNnEnkN4IdxYeE0x3KyvxPrf/kZdp1jMWY+Qb0TSIIr04dmvaCy686Igh3cUm8t6gbRzrUtpNhHFtkflu42XZRqrz5qB2Dr1fjYK9uk87P+Km5uJ8VE5PNIk3Q0jksETg76jiG1ElfK4b7G4Wz5yP9Uf43f4aSXUzeQhz+gmk6WvW7tdNxuYI/q5YbuuMeaCjQzaydw5gUOLwx8pfA7wO/eH/yxIeg7Yc4bNlMPPaFnU5dL2IaQWeZbc9Za84rf/7JltfZVA0vNvcmxnUSf3DnM62C8TI8NyeKJVujNDkmEtcq/jIWO54WtNjKySfwOW0t/VxYhKrfc6QV3MacAUhHldGvyybCG1CxcigaBpsH79+nKLD1iCyo2kmZtUWZ1OaMRT3Z3EWJmqu1aWCSoByBfkydoBQcFVl7ZBokxUieMQR0SycKnGmmzCX2aBdeVd0w/uuriNH30+Xz8vuFhYXd7rG2plpT0QpxMv5Ik/JBSVcgPkmfIhkmA7is+4SI/kLX5Y/yzPNfpIEFOEwDjHxMggo849tkXk3CH9QG6xvGLNNuC2jNXcBMt4KYewsWHA2GNZvfk16ubsxLxIn3VO0hu6ZUeDSJqXpsmyyEmeUSu+GwPUuXGdbtS85ABSiqu7/Q4gPqNpkUNP6e8ov/ecU1E5XrZdfzYrYSRfuAEXeI6hqM4H92bKZhxoN5+736LkGpd0yBdgI4ExZlPCzeNVkW3LtL94JPC5IyVy8oD22USm6B/zT351AwQUAmvjx2aNxS2blZq6sIybEjhE1V6qKM+5sw+L7HtQ5MwhzcddsJZ7tU2AzRBAeQ5X1JODckzwDTLJeqRuFLr5jO/MCwcaiTa1/sgTJJ1ukB0tWUkPj+ZF5xhPi3t2RD4d5YWP+uGDc7nHJNpcgkCzXnw0IgrIfRflQGctGzjO5gljynrD7T7pOQBx958FSc8Be84wnmaJjwsj0m9TL48/e2ZbXyWQ9PwzzKZO+kTfMhlJt7bLDpe5jZCFaK3Tt81FRNgWGpX8G7CU/q4uRlRqvdcJ6mJOA6YgzOvSQNmke8OGDTOes4SM6AEVQEOSaFkSkhR04zllS7mm2HH/eksh5sOPJQUQcggHL32T50Sq4wU5jT3V88ljsdgsF9sbU0t28bKxNkA8/PvLXjb9/tCPeFtdDm6vLHNfpg9+2bbp4Lfdv87qtrziVrZfpjs2PPUh4/qTMF9+WVhv4+I/jEHW29m3eswt3NXn9SN/YmFZWcsX7ZOnhGP0eTz2YsP3fjttvP25gMj4a8HaGq/PFwuTaM7ZbJkO9n18HbljXnhEUswf3/vHrT3+GrG1XEytP0JDqsTrkuCvNcqI36/uOm/VmNJ7UtnxOvx1BRLLTmpTwngmfV+p+uaCmcostc6kOZ3m+5pCJf8G1DlK/rtaq6jUeq8jLPo5DUhEmNf6R9l37h/90R9NIdhnz56VL37xi7Jv3z558MEHK9G+gCUkIFHcvTwmkGOWMtxM7Y+P/YRcQbxcruaG/Dm+6q5ftsubHVm6DXEVbWJJ2VVG3MopdEex2+OdIm0r9TvclHGX3fMaJYdYciFe7ZFo2tEX1CpMDDMEjeNO5CsS1aLNuBljZRzoF1m2QmTbrUoosQZitSG+mZfJXmLD01oHMb24rSPuRT+w0g3tUMKPBRgihDBXplktnLhi4yaLJZn0WSYah1WSMeIaYtaxlFIm7tYujVKT9hkRLvpLOVhJ6Zsj8sNaBi7QzFXkvpzt6JLD/RPSved+yWBJxfUekS/cxBmvm+9VyzBx4/SdOjiHeaOPLeTwbhK50aN94/9YPbFIMy64zNMG4n9JxoD1E7fqux4RaWUsserm1C2ceHi+xy0dAkp7sepjLaXdLk6f/uY0X7gTBIuUyAkdcDH7URopF7sfxaGbFgBtI76d75gn/s8c4V7txNwYnzV5NXrmGUsrgm0NmXxOckeMETqLUo85gbVGdbVmTBDoAy4ndbNa9WgDY2btc5sAznQZiaZlde5wbY+vc/rAObjh83/WFx4YzD/u4y4nfTbKWT0s2VxODo82Snc6Ixl3L0QhAyY4SDstBZuBtWnhGxm7Bzrz6v2MP9cR5sFmBOfg3u7GqrmwbEB/GVeOu5R60QZA/GU0SX0+CaVmI5iiel5mfXOBlVkwpiU86+LiU16fWXFuTpvGkECc8n1R4J0zmQc8up/8+Pe5YLq2J41rsWd4pediEQl6Tfm7uhhRalaEJYK6mNOAKQjzujRQNun+8Ic/nHj8ox/9qPzoj/6o7N5do25pAbWPmQRynBtun8YaQxIhSryMwzOIN3YEICJCnAOhM9XdeNmUhcuxL4LEyyvX8eLv0helRTYg8PSsxlVzHmRgU7cKaCFQ5fJkN4p036XXIrxlxANyettDSnpzKZGNu0TOHtbvsVxCpCCRlImQFTHZKJfz8sqLLK7SuJ3zkk2c8LoteTd34i6J2T78rLoWQ+p48eUlkOsYJ2LOIXiQb8TMnGU4J7Jxt/admGPasfs+kZMv6++0E7d24sQbzf07oy7X9AOiCmk3FXbax/GLJ0Var6pQFoTg0LMiTWtELhzSBIVb94icOaKkHRGzV7+r44qLM+NEzG733SrMxTzx4s8+B+N/ijIaRDZ0i5x9VePSIfuM0R1v0vY89zV94XZxxaPqTv/Kd9Wde9dt6kZMncRCcx3fb9mj43LusM4tGw77XivSc16JJpsCjC1kmvGCBLoNirXaZ0cIm0TueFBjwTmXF3LKYQyIIUeQz8Vus3GQETn9qrpzM/eEClA2awBXeAg+bvPUzTp1ZL/Fc9s/q4r2kFPisvc/puvv7jfrRgRtMk8FswKxycJcDWeVJDDfzAFgjCHVxKmzGeFi0Fn7TSLd9+paYAOAjSx0B+ze4jqLJ+e+YkwBfVm3PX/PjR3R+HqzsrO2KefMq1qvU/jPqJs4baIc2s9mBBsxrG+zwjL2bL5gLW/o1XuCOSGenXMYJ7chEoWD+Arc06lvsz6cArnnLWDguKmXx1XPy61vLqDM+JiW8qyLi0+V2udiYNMjLkDJdehS+PnSy8FMbY/Pgz8XrNVqKa8HQa/5R9Jc17KifkBAQEARpKsRl/Abv/Eb8su//MuVLjpgKQArQvxlCwIFkeElk5dsyCoxxhAD4lw5xks4Fkziq333X7MmFyubskxEy9wTsZjw8gpRMQsacb3ERkOEeLnmhfTQMyo+RiotwAshqtCoYjvLa0R6IL7HXxLpWKexktSHFdHSUGFV5KUdAoW6N2jMqHr12SNK2o6/ILLjFiXVXGPWZl4wIceQNABh67sscu2ykiKIHGQJsS8nwNaslkuE3iBMvCQDXpwtNt29yOc0RRniZsTPIux14aSS/A07lDDa+NFXUm+dj+KJIVQQYMgiJI5zV63V8YWUk94MKzQxyZA/rJtufvA6GBPpOaVWWUsLZZZbrP9rNqhCOudZTmk2P4j9xtuA/kMWIcLEu0Oyt3Sr6Bnx94jfmbIxxBmCynHKdW0Y1s0bBM8g1bSva0NkIe/SuH3Gj/Rq22/XzQfQfY8SbjY0SKvF+HLelWgOuZa4eTYJWA/MOWDOIdIco5+Mwb6HdeyjeFs3R6zp7ft0vbt7Iq2ifQef0raAV5/VlGu8hELmuW8gIqyfWx/WtcWmDer2xMNDUNw90qBrhDrZVOJ32sOaJ+7exfy3ajnOO8Kz+kKW2TTwXdvjYRSc7+cCd+smEnmze9Stg6HIeyCtxwav63hbO+kTVlW0Ccw137QY2IgwizfPBsaMDTlf1Gw69W02uCCLdj8YnDr7fXnrramemyW13PrmiqQxnelZB/id43xfap+TwLMkTrgBv3Oc78tFKW2Pz4PNBZs9PLurobxeSrsCKo+kua5VRf2AgICAaVCVwJDW1lY5dCgSagoImA140S5FIAerFn9w+Q6CAwGwF3HLt+27upo4VdJuOWWRExgS6yy3kVov4DpSGUEgUXbmpdLcOV3e7ZRI01YlJtQPKaFAUwDme1fO9UgVfKu+oO17SAkWBJd6IWaQP2elxo27VeTqq0oQEVHD/bj3msjO20QmcqqsDemE5FP2pl1KRCG8CHjhVrzrbm0rVmGIMxbMNXdp2VgHqXfv/SLbb1Er87OPKYHacYeOKdeRRonxRFiNY6deVYL6wDtV8Zmy2LA49rzITXeoFR5rNWJkkHAIcapF5NJxTVnGPt+uO7WPqGhDHlAPtzHFBZxxvZd2toj09SiJQ6DuttcpGf/W/9a0ac6aPqhtJv0U1nKIKbh+LFK4HtN1wjogbZezbm/RDQ8jaxB2rO6cB+FzhP2CEmk2FC4eF9lzf0TIc0rsr0Xtes3365rEWsu8Qmqd6/tyJdPO1X5c64IU4skAOWJcWB9svtA3NmOw6DJ2/P+OR/JEFusuawPBNsuZzhiR5gkiyoYHFnLWCurlpC5jk8DlIifFXafIpTMiXYQOdOQtmOYW7IT2bug6clbvXETYm5V8szHBZgwu4C5vO6ERfSJdK7QO57HROtXN2e45NgzsXuW+pHzKZd6px/LJs8nFfc4aphznGYJFv0XHnO/oC7cUZRnppE3OAu7dv+5etbzZJapvY52l/El36RYdqzj5ZC5RTPazK5RTX7mg3viYlvqsi4tPWZ/xLDl7UWTTuihl2LLSRNiS4AvPldu/UtqeNA/+c7vScxEEvRYOxeY6EO6AgIClTLqvXLkiP/uzPys7d+6sdNEBdQw8JIhRSsdVjKcTyOEFkxdviATAsgg4Zi/kZqmeSWyF83hhj7tF8nKHNdMUjU2RGbdyCA9wxCCK4zU/WMg0ZAILvImgOesfuZ4HRIYjtW3ILgQEK75dx8s+4lG8vPLBcg0pp/zjkfL5W/65vuRD4oCNAQTE1KmxbtMvUzh3bRiK0ohd1o+z0rVG4l+D6vZMWRCgVyOVcICLNSSRPNF8bsb9+oySRtyEAUSP+aOfkYp7enxEuodPSHqQVGdRu7BGQeisnZThlOHHta8AIn/9glqqDcwvRHfkhsjlGzpW9JGXLwijm+cRnRd+3og2arCWto7nFbqZS+eiHV0PIO/Mi4vzj8iExcsS383HzRcW69Z8u7AUch6bJWwQ2FryP65deCeY8n1k7YZE+qJr/E59xMPj5QAgQJyL63uSQB/ky5XtlM20f6jc3/u9ecXv7JhI1zpto7++jRQRI85mgdtAaom8CDyS4toXra/mVkl3dEn3ztv1XsXyjst/Uq5c/56ze5UP8+GI+o0o131O58sXTKM75rHC/yH8TqdhMP9M8C29kM74/VtObDHXlEIWk7IrVCqWeSbYuPpjar/735dSBmhbJukte6R7U7cqIttG4XQoVXiu2sJZxbJcVEPNehEKek3+Xa0HpevpMposIdTVnAZMIszr0kDZpPvWW2+dcqy/v1/OnVPS9MlPfnJuLQtYchgfH5emagnkzOWcJEEhLNvxNvkkgGMQI/8FFlIQt+DgPpzyhdsgVMSCe8rWRu59IHCW9kgKf4AhZH4fTCAr3kdcgg3muuv3keviFgTa4Iu2WD2WFs3vv9+GTIOMZ5qloDQIXUF9Uf/8lwjGNy4S4whGwrgUrI/GhD5jBfSvi8p1RNXOMRfm2HzF1dBdXu3YPLs+NcfOiQtqRYJh/nUWB2ygjCnXeeJhrs3R+QWEs3HqOom7DPvnxYEV2Uf8Zc6vPyqn6L1aSn2+arvlII9fR073yd89N/jJY1UUyloKwlIJ57g5LdVyWKrwXD0JZ9Vqu2bArOY1YFEgzGl9Isxr/aNs0r19u5c3NQKJwXft2iU/9EM/5PIIBgTMRrnx+PHj0r1tm2Qy59V6bK6TkBGsr2YZKyakUkxsJWdpqsbUogmxMquiucNilY4LspgyLzHHTgw6UoMGuFpjoSWG10+9RFysS/uVLiRXKI9j1caNlmtxI8bCR2wrauE7bte24SKLxZW2bL9NrXxYEYnbdaJsq9RFmvJxKd77gLaznfjwUXVtRhAN92bqpC3maozQEmNJbm4stpBf4lBxZ6astdvVqupeHlPqAk2suPud+RhRBXfGChLpxOeW6Xm0nb4wVmwaEB/e3C7Z9g453rJeupetkAwWUcYL0oW1mPhwXPchkBOeEjBux3xP2+iPARdnFLb3vU7HiPqxbKJMvvMO7SOuz8zDjjvVwmthBxA33PRxs8aCyhgyn5zP+FiMvHN3Rjxtq7qycw4q5E3tImND2je+b7knrxzPdcwn4876QAAM0khcbD8x4Fe1fOaMdQwpp6/pYT3OMTZRiNd3KuJ4U6S0j7jM046VG3Tt2BibWBlr0K2P3XqdxdJS5qTid5t6FeAtQZw2oRSMublRQ6qJLadvtnlDndTPWLKuzh9X7QAU6cfG5PhLz0v35o2SoR/xdHZOxC7KDIB4HOe4fPH96vnB+nfx8cRmR+JXeGhQH33gw/m0kWs5P0ng0E9ZZvc44l4uBr3Nc/eugsJ0XMF6LvXNVg27VGGpWYhPTT5/S1VELibC5tYQ67tZdRHKGfdaFc6aTbtqROF81vNaadTIONQTFnxOA6qCMK9LA2WT7i984QuVbUlAAOAPMuQjLtIDSZpJIIf/x4VuXD7kVnWFduW0iRx/LrLmRtYYXvYhSP7LgK/Ma6mkzh9VcgVZhTwSDw0pOndEr8Fl+ZaHVIzK3MUhMShk3/kG3USAlBGL/J0vKOmBKEAibnu9SOOEyPNfV2LV0CJyxxu0/v1fU6JI3OjFMxq//dW/Uabxuh9QkbWXvqXncF33nUrG/vFvlYxAGomVXrtR5PnHlYzSBkS3vv4pJZNc99C7RI4+pzHOEDTSbrkEQhPqXt1zQeQ1b9c2oRJOOyGSKFzjbk5M+HCfyOkjIne/SV3VX3xcZB1x6FdFGlu1bfu/ruNH+Rw7+my0odGrKcQQb/v6p3VsNmzTNmzfK/LE5zUmnHaidP3CP0Z9flbkjR8UOXtI5wwQ845VfOstIt/+ez2POHQE3Z57XF3ZccVm02LDTpGnvqTzQ3+I34bI7v+yzheu9sde0LXH+mI97HtQicW3/0HTcLGuUA/H3f/Fb2ob2NyA8BIbfugp3VjYdZf+pBzaRJgCGwZsdphIGm7/kGTaxfhB7m99UOeYNWjrau+DGtf/nagNEPWb7hLZtDu//iC9CNaham5WezZ/+LCJ5chtRvvI3JuLPOfSv1teK3LwSZ1rYue5VyDOEGjWL30x9XPAemNulkUaAgAyiggf7uGcwBiv25Z3YafttNlpGqzPk2k2B9h4sY0uEzjkfvYJd/wez0X3op+RwFe+rrSCNWPCMVNQn0195ahhm7DUlOtKeB5WSnzKRNj85zQbOMwLmg1O26LMcS+1f/ONUtsVFM7DOAQEBAQkIJUjwfYcMDQ0JM8++6z09PRIV1eX3H333U5IrRbR19fnrPG9vb2yYkVkPQmoCUxMTGjuSSzdZw+qNS+eg5afWDYtFVeSkIq/s84bMCTCLHEQbdJx8RLPqudFECuoy3+MUNo+LQ9r4f6vFJJ+F+9KrmbimxFda1drD8SNlzBevHnB5+ULxI9BeizH+D/+LyVbAGKJBZH4WCzIpBO7SgqkDUpeIKUdq7VeSMmNfiXNWJzJ9U0qL4gXv48OqGWYeGrKdQQG4SHih4e1LWu2qVgdceqkgtp1u8Zuc+6ViyIbtqu1ns0EHg20gzkwiyybEaTSwrIO2YGwkY4M6+Str1Oyh1X20JMuXnqidYUcbl4n3SMXJYPqNHG7WPUZW/oMsaIO2ojY26WzIr3no7HORCm5BqN0ZZu1PtJv4ZJv163ZKHLuWD7vtvNowOpIOiuE1LZHZHFYN3QQRyOGGW8A+omo3ArUwhHpW6XWdzZOGAfI3LH9eREvxpdNEvpJ/7HyQ/BImXbiRR13F6ePxTmn6xRr+s47NaadeGauJ0YZwsq6sLhyLLpsgLDBYTGxWKDbV2nZWIcpmzVHO9jsYX0Tb0+8u0u3NahkGYVy2nL4aV1zWJnwkmDT4vIpPQeCbvnVEY7j/mJMsFAj4sb4jw+LrFir9wzaAKNDMrH3ATk8kJPu1cslY/cS9yXjzty4lGqm7p1TUT36w/rhXjRvAuaCeykbEXc2iphvX8SMdk8nlJV4jx/Pu+6z3n1FcbvHywXPl1Mv50kXnjiXT+pYY7HnXrcNgZnqi5flo5S2FlgRS3geTiM+Nfn8na31zLyBnE4FueLb83oDs+lLuf1bCEzXrrnOaYVR9rzOFTU2DvWEBZvTgKoizOviRqn8ck5Can/6p38qv/qrvyrXr0ciRiLS2dkpH/nIR+THfuzH5lJ0wBKEEwYx9XJLBTT1JCVbpYitQCx911engu4J/ExA5JflX5JNFTdJmRcCanmIIdy485rFB3IWR9IxyoZQ4eJbUHaUIxmQBxsLIWTrVCSShqUa92PSkxlMAI22AjYliM3lxTcSMXMpryAlJnQGIDYQ2yuRVXD33foTgoV4Fx+suFhbySVuuP/tStie+Gy+HGfZyubHb+ftSnbYLDnwbT3W2CLpra0iR57KW0PJi8280Gc+WJZJScYGwQuP6TmQF/p3yu/zZi0DV2c3D60il06rkrkJmzFPtAnrvz8XjOnRSISOnN5YxXGBt/LZMGBesbra2FiubzYLAATduTpndcMAYKGFQLMuTbCOuYLUm7AfwJUehXDynru2t6sl2+W/Nqsg+edH8yQcsBlCn7Di8sFCbAJtp1/JrxnK457pj8TijLRDuAH9oJxc5PbtiDWW/djaZqzYYDLhNltbwKzg1y9Lutlb35RB/9nAMsuyAQv+ZP5uxM68WF9cxUk/t3lv4VzFMZ1QVuI9Hln0WQeW7SCufF0pBWvKt1zZ1Ourqs9U31zVsEsRlpqF+FRZwkwmPMc8sEkYJ9xzGfdaFc6arl01qHC+IIJbNTgO9YQgolafCPNa/yibdH/qU5+Sn/iJn5C3vOUt8t73vlfWr18vFy9elL/7u7+TH//xH5c1a9bIe97znsq2NqBuwY7t7t24mEaEpxIKsfFzfRV0EH8psPOrqczLS3ocfjusjf4x4iSd+7AHF2vr9c9edv3zIAN+znJX/pi6dhuw1lp5fhsgwD4gFH6/kxxkIPzASBbzmp2Q3UPnCtsBMSno31hhW6w99NvHlPy42anzSrvj19Fn/xiW1Sl9hqgRtx0b0/j4+de4cyKC5wuu4boeHx9LD2ew8+PK/HHhNq6xOvz6C9bMmBL2gvIT1qgry+/zqLp4x8tKaoOHzPiI7N64vLT70lckd/G+DZW7l+Zyj1eqvinlx1TVp6uvhtSwJ5+/5aKG+rKgqLFxmPO81sk41BMWbE4Dqoowr0sDZZPuP/zDP5Rf+ZVfkX//7/99wXEs3Bz/gz/4g0C6A0oGUQ4DAwPSnmmYDIssSyHWd/3Dmmfq2pAQyCbWU9zJ3ct+SomVcy9PqyUPKyPfOeteSskSJAR3V6ycEErIoYkEOYut5fWN3JspE4umuVviQo31k3a5fN6t+dRhLqa7IRL8QqCrTd1uKRt3YNpvOZ6dlTOrLtW0ByEjXFqdUBhuuLhMd0Qxr+OR2BReA5HoFlZG3G2Jk8WiffJglHcZa9UKrXPjDvUkoE6E1XAfJn80v+N67H52inR26TjQruEhkfVbIitnVqSlQ+SON7q+5BpaZCCbkvY12yQFGT13XOOMIV9YcbGoO5IyVJimyqlaZ/Q88oi78VitViZiyJ0r+Xp1Oactw/0iJ6Ic2MwbZTE+WHmcdZrc5pvUrR8xNus384yQHWOESzlu24wbnJk1wfV4HRDLbx4GLod0r24Q8X/6gHu6XqSu76aCzvzwf1zMKYu5Yx6on3GlXlywsVJjFWbd0gZIO+uFa4hNpy1Y1J2LNoJxy/SD9Zy1w+aAWbScGFm7EnT6x7p39wJibt694kID+nR8zGOB9ew8TZryYm4QSXMjX75Sci0rZODGDWlvaZIUa40YbzxD3OYGiv1RX9ymhUfaKYdzfT2FnCd+liSyNJMQkz0PGEcXijAU5Qknx/i1QsVzy28+XX2lPFMsL7YbwwS1+VLrqyE17Mnnb3u7pEpJGRZHDfVlQcW7putnuetvIee1XMx1PQQBttqb04CqIszr0kDZpPvFF1+Uz38eYaOp+Jmf+Rn5+Mc/Ppd2BSxB5cYzZ87k1cvLUa6NC9jwcow4FQQMEgCJgFRDVHBjhVDwcoZyN4Tb0mJBgjif/594WcuCiHIdLsnE1kKqx4+oWyXE3G8j1+Oi7KydKSVL67cpEYLQ0R5cMSEejiiv0HIh7sTW4tpL2yHHuAdfPC6SbhQZ7NcNAGJ4IXrUi0gb7sm0gzav36mx3pTNcV7uiN1F1AwGRBm4dNOHex8VuUGO8LMiqUaRm+9TV/SzR5UwQd64HjGyEwdU1AxV8PNHRI6/GMV0N4rc/nqR0TGRJ/9BXyhpw97XiJx8UbJHX5QzW+6T7mtHJAMBxVUeN+xr53S8t+3VNGmAFwj67ObKHVCxtSPPRvnDV+g4bLlJyRziZ5wL+YbI3v46dd2HOHas1THBDf7iCf0/pJOwANYA7uEWi4zA18mXlQQ7Ug3ZzmjMNCSXGHXmhLnF1dwp02dFdt2mc80cunjxtbrRApHkXOab+VsTkf2TB0RWr9cYeD7E4pvKOGPJdaxdYveZP+LEaSTtwXUfF3rWIOc463ajbjq4TSRisIm7X6kbTLi3A5cHfETbxveEETh19HQU+35Dx4XzIMesD5cb/oqOI5s1lA1Qee/tkWz/FTlzY0y6m8aczJ4q6jcroUaAj/vKredBjc1nLbGemSPzZmAO2MhgDiy0Ii66VYogFf3NnVINBu5hxp0+8D3ifuYabwJvxPM39JYu8hVvA+sCDQATaTNFdYvpNlX1UuqrIZXuyedvuXGitdKXhRYxKzYO5a6/hZ7XcjGX9bDQc1jjWLA5DagqwrwuDZQd7MPNPspuZAJGRkbCwyBgbgqxcQvSTMq1rMX4H2rACzhiY2ZZM5EtJzzVrqTgxEtKYm33Hcsg1msIKGrXWDoh7xAFXghcTG1OY4R5kZrMj5wSOfKcyPHnlcgDiBXtOvDdfMoyFKydejQpkqLUTKgyQwhph7uJhvQFA2sIonJYJLmGcrGG0wZEjBBeM+u662+vkjWIMsQJuFRhTUrQnIBaVokVgm3mRt65WuOeIUcufVezEqSB60pGGYNLkdgbMDfhrTcrYe05pRZsQJzuwe+InDkssmy1thWiR9w2Y0pd9I++UQ9icYD6UXHfeauSS1fnyYg0kmKqV8XWTh9WEg4JBG7uWnSOOA8CRH1slGzdI3L6kF6LYB3fm3s948h6MkE1wPzgLcBmgyNRjbpWWH+IrGFNxUvA6jE3cmLE9z2kmwi03Vz9124Ruf0NIi89oWX1XsnPh5gVGIvyjai+Jm2n27xh3CLSSH2QVFvfbC6wXiDxvgs85Jf0chzjQyy5yw8fPash0qiQd9+ta9mtj6u62cFmDuXzgTSzyWGeA86Czzrpyueox12cvrB+DdxD1EH8Ofccmw4bu7VP5vpNnyGv3M9+26mXe4V7udj97J/j7pMBVdC2eHO+ZxOL+T66P0rNlsmrmfuW6HhZcSS1gTlBpZyxM4s3Y8cY49HC96XWV+6zrhZRC30pdc3M9ziUu/4WMyr9d7yexyogIGDJoGxL9z333CO/+Zu/Kf/9v//3guB/XCT+3b/7d3LvvfdWqo0BSw28nKBuOhvl2iThFogMLznOjXi5EiRejiETvDA7KxxpryJCATGBTEKaeKnmhR0FZc6FgOIiTJmOhEIcI7LhX2fCVQbqhITwwdoJiT28XxW8nUt5i7qDo6qO1XbPPUpicDEn/RTXk3IKIox1lBd7NhJufo0SohMvaA7pW7E2Qxg7Na0UpPPBd+v1qMh2rBPp79Ec2FiLIQdYe+9+i0jTm9Ty/fT/0/HasEvHBEIFULtGfIz+k1YK6zDpy7C0cwyCBfHdvk/7BJlFhA0S2blcx7x3WK3OWGFXbdIUbRM5kRtXlBiiMM51WO7HXqticIwD5bKBwP9dPuyV+h3tQzmc9WGWWsZo38PaR+YIMo9VkjRkbAhAnrHE73tAZPVm9QggHRZrgDYw/h2rdLOA+cSNHRI7RJ+36Pxi+eUlmtjvTE5zc+PF4PJNtykhY75MYIs5Ovmipg9buSZy6W9VYshYw9mxbGPxpg42QVxu90hoDvLLmLLJAFF2ImmkyCJMIXKft80HrnP3QMpT/m9U673zqIg8ILB2YyFhUwLrNOc51+wb2pd+xAwjKzd9djnLm3Uu2LDAmjuCxZx82Y15ATFHvnPaHq5nvrnvOG7CeBbLyVyxHlvbCmOgTWTJ/j+TEBObMtyHFurhCH1aN6LwRqAe1N+dhbFhdqJOxcSgeFZwH7IeWdvMD14NlqebtVhqfeU862oVC92XWhHvio/DbNZDPaFSf8eXwlgFBAQsCZRNun/9139d3vrWt8p3v/tdefe73z0ppPa5z31ODh48KF/+8pelWiBdwiuvvOLca/bu9ZRvAxYtiE1qamrKxyjNVrk2SZjF/nhDMJxgVKtatwGE0Flf+/OxsCb0ZGVZfKvLLeyJWEEykgSifOVe+39c3Ao3ZK7FZdqswpAg0ioBF8ObybvYARezm8vnAweQNGAK46Saonys4VbWjlvVgn44qgtg7W5GJT5yceQaxgIib8foLHWa1d2dx8YB+Zn7RE4dENl8s5I0rPx++jN3rgmjjUhqfFSaRgckdeOqSH/0PSTM1L8B1k4U033gMv7yE/n5sp9u7CNrBwQUosy8mPgXsd1skpDb3ADZhNiZKvj22yILdp96Krg2RG7izJupkDM3vDiiOG8gLAGibNbdnbfpnDqNgMhyTA50xu/AE/nxhGg7y/hE5CJOXHZ7lJotq6TXxWcbcY7cudlkAJBeS7dFWcDWIOQP93M2FMxVO+6G2bQ2IqKROzcidG7Dp0U3fLDEubHqiNI/Ya2P5tXF1qcnBehSjU3S1NAmqdRg3vXceUhE7Xbx5cS1p7WfkFE+LZtFlnWoOz/9tet80l2qyJKdY+J9Tj3dU0bXhmtbHDHunbmsUo8D54XQphtQvpI3cDG7s6ivBlS6pzx/y8VC9qWWxLv8cZjteqjFeS0Xlfg7PpvvlwAWfE4DqoIwr0sDZZPuRx99VD7zmc/IL/zCL7gUYQZUFT/72c/KI488IpXG4OCg/Mt/+S8doX/9618v586dc3nB/+Iv/qLidQVUCUUEUvCW2LlzZ/nlJgmzYPlz+bWjPNyQH6zKWAhHovho3JKJy4R8m9ATJBhgxeV8E1uDvPF/CAXEC9KOiBjX4S4NOXHWRo+8N2e0POJeKYPySJnlhJ8it15IL0QEYgupg7zgRo5FeNUajcelrVjX+A63dkgY5dKX1es0lzdu6BAwLKacT9lY9Smra4PWD2lzYm7EfF+JyOg5tejTH+bDpW2KiDfEibGhXMul7LwH2tSSyDUmxAZJhIxArChvYlzSK1bLzolBdWnGkg1xxEUdSzOECCLMmB17YaoQHePB5gPzg5CXuY3TB+bT+sHUOrIKEWoXSQ+rizWx1MDibSF6A7itd2gsOy7buOIT076MePGMzrH1BZdo1gcbGYQTQBydSFpO68UbAUuuI9VRfC9jBQFnMwNCxvVYdOkLY8s1zA3j7n4S+90arZ/ocWxrlo0ArqNvboMI8jqUd2GOi5GZyBdrg/rN/Zk1AjlmU8HcrWkjmyWc56zlxJr3aj30hU0q1gubOc4ThI9uTqXHR2VnY0o3Vxhz1j31+PebS0/Gd1iBEVsbThYfS7L+lSK6ZeewpqYD35cr6jSb66YTW/PhnhXzK6Y1I0ZHJT1wTXYub9LnUC20qRzUkphbjbRrzn9X5xu1Ooc1hEU3pwElIczr0sCc8nS/613vcp/Tp0/L1atXZfXq1bJ5s7fzX2GQiuy5556TQ4cOydq15CCWomJuATWIaQRScu2aVJ7k8mXt4CYJt0CCsIYS/2putBA6cjhDRCB/kAIEx4jXNTdZyB/u1iZiBuGCtCESBRHhxRkCgqURgtZ7US1uvKwCLJgQNK6HEOFaTBtyryoxxlrMizlq2sSAQ9CdAvegyMXTmiKqtUOka52+zD/3WN5dGVJ62+vULZuyiX8mn/flc9oeiCKkiXZhBafPWGMRPqNOh5xaNDnec05drHFX39yt9Z96VS3BAIK3bofGW0Oc2DxgLKmTY7hSb9mrY0hsPC/tEDYIbSotuctnpDfVJB0dKySFNZV5QhAMN3Xcm3fcoWQSF+u4EB1u7hA25gCrIv/HTdxZcSMLu1mv6TObDYwhlmo2AmgPpPfSCT0fN3M2Jw4+pS74uIKbRwDicWyCAFzn2ZB45Tu60UGb+qPc6SiwMw+0HQJPPDGWf+bwrjdpnD3ryvXhrLYH8k/5rAvKgsTb2mAdsSbIqW7WbNYmLvt8zzrEoI3AHuWydiyOPC5GBpnGW+ECYm9G3tvUxZ4NJNzFAePp1tqJvHgb9wEhD5zbd03XO14AXNcSzSmeAZKV3Fi79KaGpYO9D8IlJhXfI7V/cqe79Gd4R4xFbvlb8yJjJj5GnXYsSWSpFCEmwhHw+vBzok8+Ezr0ezZiyhF1KlUMaiaxNQMeBJzLPFt7F1ogKmp7bnxMekfGpKO5UVIQm8UoWlUrYm411C7C/eb0d3W+UatzWENYdHMaUBLCvC4NlC2k5mPLli1yxx13VJVwnzp1Sv76r//axYsb4QbvfOc7q1ZnQAUxg0BKdnhYLly44BQcKybcwsstlmgsvZALyDQWJkSWTFgK8gNxwS3ZruWlGcEuYlmvXVZSAHHgJ2TU5ZCO1KNxb0b5G/B/LLqk9nIEJXLXxXUbEkxfaRPn2QerIHG8vJBDmFCqtrb3XFCyDtm0lFBY0yCMa4iRXZ4/1wTRnBXUXG1TIuORVRRMppWKYti5/e2P9uWzGgPtXIlJD2UiYahnN0QK25El3c1bRJSuQcia9ThkHPReVQvj6LBkm1rkwpqbJMsxNit4kYeYMnZY/FwMfCpZiA5ihlAb5MmEqyDG22/XzQZzA4cQQohRRodgY2FlQ4C0bvxkAwDLNQJsF45pe420Ym1EgI1ND0A/2OBgPbEZcOqQum5DlNl0oN14HkC4127UuQCbb1Iyz4YORLMxmhPqR/kckm6q5hBTNhFsTpwi/tq89doINzHrbqOhUb0H2GSABE8nRkabGTfmx8pyXhzm8j+sZPriyXyIgiP+gyI9p0WWR2nJzN2d9prFHbf2iQnJNjTKhfGMZN2G0sb8Roxb2ze0Pc4Nn/7iDk/+c08ACQswYQ9s5sQJt4kslSrExLyjN2B9MfD7nY/o9+WKOpVyXSlia8Ct3eu60eb3eSEFory2s0d0oX/Y/Vy0olW1IOZWY+3i7+mc/q7ON2p1DmsIi25OA0pCmNelgZIt3RMTE2Upkpd7XRzf/OY33aLErf073/mO9PT0uHjuXbt2Fb0GFXU+hr6+vsk28QHsFOLWQdnsNBmKHecY3xU7buX6x0H8AVnsOGNFuf5xa0ux46W2fUH7dOOqZC3WNzLCpVMp7dPYmEzwfTbrPpxfVp8gJJtuFhm8LumJcUmNDkl2zRZnCHREanRI0o1Nklq1QSawKGI15W/42Kikl3WJbLpJss7q16Dx05S9607n0pZFvAtLIeRz+UrJpDOSu3xaspA2FMTHRiWVaZD0+JDkUg2SvXn7pFt66vQrrq/ZhhbJMTYQuLFxSfVdk/T2vZKVtORwcXbW7c2SSqclPTEm2dOvSg4iummXKyedy0oqOyHZU69K7qa7lUiePSLpjnWSWrNF54kNBAjVQL+kN+12pC374rc0jRf9yqQl7eKwr0oWC/f936eu2CtWS4b6OtdIdvPeKBZ3SFLNrZIe7JPc+h2ShYSRQq11maT2PiDpGz2SXb5GcqdeUQvy3gckNc4Yt0r28hnJNbXKxLbbJDvaIFnplwxzffm05HCvh3wPXJf04f2S6trsXvZzTohOlb/ThNHncjJx5AWRLbeIbG9wRDbt3KxvSBYi+tC7RAYHRNraJH2jX+Tw85LFpRuyh7V2RZdkWBfrd0qWBXfiFWcxpj7c3nONzZKFCBGLu/MOSa3ZKum25ZI9/IyOO+2cmJDUxVOS7r5bstmc5Jw4WJvI4eckdfRlSaczkm1skRwWGKz/qbSkb1yTlKQkOz4uOeYIwrlqo6TbV0pqqE8mIORYYNkcaGiWNBsyY8OS5SfkGIvx8pXaV8bMWcVJW7fJzXlmYlzvG+YI1e7mVmedTI8NS25sRLLkDHfCbi2SyjS58rOsV8qBuA/2SyqTkXRHl2QzDZIjvhs38us9ktp2q6Q710l2bERyhACwXhua3JpJjY9JdvVGmVi+SrLXhmRi9TLXRveMYBMBMskGR9cmSeM1ApljzVnaruY2SUPAuZ9Y62AQYjommaZmybV1StbCBLi321ZIeuu+6NmBm32jEwpMNTe73eLJZ4Gzyq6U1OVTkh4Zkmxzq+TYMGONMX/cx8s63brOeaJO6WWrXFnTPvdiz5TJtvPyH6m3p6MNDUdY/efe2q2Sa2mXLJt9bGo0NEkqN5F/7tn52TFJUc7qDfP7LPfaPpGlPTn3U++/MbfBlSUcYjH9fWpdLmmeFwPXCtaMC2GKrl2Qv7ltKyQXrSPWn/s7tGyVW+85r/2Vfo+gHL7jZ03N03R9YsNsyy2SZYPVBNjaOiXT2lrba28e3/dsTuupT/U4T7Ptkz+v9dKnepynXJE+VZR0Q3D/v//v/5P3v//90pAUqxbD+Pi4fPKTn3TX4A4+V1y6dEmam5vlR37kR+Ts2bOyZs0a+frXvy4/+IM/KP/lv/yXRDeb3//935ff/u3fnnL86NGjsmyZvgjiorNhwwYnAofLjqGrq8t9qGtgIJ8SB8G4zs5OOXHiREHKNKz8lEnZ/uDv2LHDjRfibz4QgWOMjh8/XjB5xMRTH3kYDYhmEMND+9jhNLS3tzsvA1z72YQw1GSfbtyQM1fyyt5NDRnZubLduTQ6C8vAGbk6PObi9Ldt21aZPqVScuLGqIxi7UVUaTglm9MtskzG5GjLesmm2kVS4yLpUdkx1CsNE+NyeDitlkjUmelTw6iMZ7NyXCBGdKhZ0tllsnuiVwZGx+VMwxqRPn25axoZk52Dl6U31SwXBLdchLJGpD3bLFuy/XI13S49OeKqV4k0i3SkWmRDKi0XU+3S27ZRGz7RKl1rN0nX2ZfkbPNqGUCZPEtqszWyvu+sdI5clxOdO2X0OrG4WBHXyebhHlk2NixH2zZJdhifX0iByA740sSYHO7YKuI8yzWdUvfVwzLe2yPHV+8R6Ucsrk3SQynZ3X9FBoaH5Uz7ZpHMcpGGQWkan5CdDQ3S29guF+hn42pXTPu1Xtly5iW5uulW6UmR53xMpKVJOtpWyIahHrk4NC69EI6+YbmabpOrV67IuhsX5GzndhkYbxUZg2Uvk/VNy6VzdFhOjDXI6ATx0zt07U1kZVkqJUeb1kj2WjSvK7pkR25IGq6clcOZlepFkGNeh6T74gEZT2XkOGMFmV25y21S7L52RAayaTnDXC/fqmsv2yo7J8alt2mFXEDZGvSOSfuqbbJl4LxcHU9LTzNujLgli3SMDsmGQ0/LxZYu6d1E3PagyHBOulo6pGu8X86u2CIDuWUiXSrquD6bkc6JMTnRvFZGcTtH92ysWTZnJmSZ5OToRKtk+xmvdjeWO1pz0tDUKocZQ4flIv3j0t0kuvZ6R0RG1Zsi3Tciu9etkoErl+VML+NCOqIb0tTcLDvb0tKbTTsrtBuXiZS0N3bIlsy49oly0Htr3Sgd4wOyYXxMLuZapBcKm9Z4/a6RrHR1rJSzN0ZkIJtyxVP3+pa0dKbTcuLGmAyPD8nV0awcuT4iWzszsqypQY5e6XebEsL6Gx6XHStXSEM6LYe55/E2ASN90n1nsWfEVn1GeMcnn3vpFrlwLRKpk95pnnvrZcNNG+Ti+fPSex4RwMuFz4jLlwufEZlW6Wxunttzb6BPutuiebJ16vqUkt2rl8tALiNnrhFP3+c8DuLPPUN79pJsWb1hfp/lA32yoyXr5unI1RtydWjU/cTRpXv1chkfGpLjlw4vzr9PHWu8eeqtwb+5K6SzqUlOHDtW1fcIPARp65EjR6SlpaX25qlYn0Tk+OV8nel0/+JZe/PwvmdzShn10qd6nKfZ9Il3X39e66FP9ThPZ4v06eTJk1IKUjmfsk+D3/md35E/+IM/cAMD0UUojbRhVEhn2aGgkU8//bR87Wtfk7/5m79xwme/+Iu/KL/xG78hc8Wf/dmfyYc+9CEn3PbRj37UHXv++eddarL/8T/+h3zgAx8oydJtg7xiheZRDjs187T7dPWCZMmXnWTpzolkuzbJucFx2bRpk7vJKrL7dP2SZC+enAyBJY4yffx5zQ7Gv7jAsj6G+rA1i+y531ktnQvuq09pObg5NzY56+cktuyRDB7Ypw5KlnKIa25olFR2XNLXLzmjZJZYZXbsx4Yl9eqTaplr7VCr+4kXte2Uv+M2Z4XNmVL5jtsltWGHpE8ekOxzj0mOgVq/y6XtSo+PqIi6pCT35n+uFoBnv+zanmpukwksalgcsTxTNvnAseY++//ybV+zRdJY/S+fkSwW7wfepTm1V2+UzKkD2vZ9rxNp1hRRKcm5tud23OGs1/LcV7XtG3ZK+uIJyW7YJTlSm4Hb3yiptuWSHh5wVnSsxdnte+VcerlsOvA1achNuDpzN92lyui9l9V6/+C7JTs6LDlco6OxSW+/TVKZlEyczz9UGZs0VuLzR3TcsXDi8p0TSZ96Sdfext1qHYnmL0MM8vZ9zupsivGpva+R9LmjkmtqkWx/9FB98J2SWrlW0j3nJPvc13SeUFDn/KsX3Bi7cb/jEY3N/vqndGyamrVP224VeUXVytPb9qoV6+IJLQfsulPSo0NuTbq1R/x05BINyXFtJyYdEBPtH8caT6w8WLdNMo1Nkuu/JlnvmLN0Z8cld/4E8nZqcW5pl9TFk6pBxx4Hx7B0H39B196GHa7sHK7hWGLp692PSrqpSbLnvbZ3dLk1kOrrceVMrNsq5wbGZePyVmlIp/QZgSp+Utv9vy5rt0g6GtO6ee5dvyTpSI9giqU7nZLcmi1qLSaF3aXTU557k21kbObb0u21fTybk3P9Q25OaZ+bv7VbF5+lexFaR6rZJ15MeZnfuHGjO1YPfarHeZpNn5hTXvyZU2vHYu9TPc7TbPsUn9d66FM9zlO2SNuvX78uK1eudETd+OWcLN0QZ6zMH//4x11u7o997GOTDWlra3ME2xpCzPUP//APy0//9E87Ul4JmBv5e9/73sljxJHfdNNN8swzzySSbizjfOJgYuIu7zaJccz2eDFX+tkcZ0xnc7xSba9qn5atkgxiTy4+FHVnVfdNNbZIhn51rJFta5oq2/b2lZJu8ERZIDlRPt0Mbq+4hrucxn3q2t3SLhliq02IDNEqxKsamyTDtcTo8h1vzpkGSXWskYxTKI/EoCgPF9K2Dsng4kyMLEJYzcuc+256bDBSQW/X3MHED0NoiBN3LIifKZGTB9RN8qY7NQadVE1OIRorbk7SxNCisg2RxFWdtjU2S8YpZK+I0n1d0jIzackQMwyhdbGyzVG/MWZ3qWq3c/dGJCwrqdERyXDPmBp7pBTuuty5WjcqXOorFLybJY1VGSEt4n3pD2JuLcskjbs54eATE7It26vq6cODknZq0pEYmil340YMeeYa4uGJJ3a7C1nJOPGxRi17BcrpiFB1SYb28UFQjn7gUs35eOGwFlavVQsrmyET45IxhW6n5r7cqYjjOp9howI44beUzgdxwJBQ+gZoI272bqyXq2Deppui+HGRNPoAo+RWX6WiaCiauwc0MfWsmWW6Bl2sd5uOL/PHfUB7EXvjHmAcATHmXoxwhvY6kTfE+8acFkBK0tEabtQP49fUon1iDpzyfnOkazDowhVUFX+Zxsu79cYf9kyUjg2xQJT9cYUe0Hnlcc7atDjyG1clnc1JevCGbHOp2aJY+rblxdtuDkj2N4owigbup6kK2amxMckkZDaoyedeXK28oVEyiNMx9qxRnh88I3jucT7j442N65ONDfMYjd+89MnaTggA93FjszSODsq2Vq7hORZle7C2z/XvE/dAkYwVFevTHI/X5d/cVEoaGxud51g99ake52k2xzFKxOd0sfepHudptm2c7bwuhj7V4zylZ3m8bEu3j7GxMRdXTZw17kswfMzrLJjXve51cv/997uHfSUxPDzsTP6QfdKGgf7+fmcZ/b3f+z35qZ/6qRnLwNKN68BMOxEBVQIEErXnyKrmgGV2970uVhQPhFWrVpW8eEtCXFkYcoJl1lcVdoJQG1T0yglUpTW1E5sEWIP5HUJydH+Ubilyl4XMEs+NEjHXTapFX1JlaMc6m0RueUDk2PMuhtkR2bXbRc4cUbJO2yCVr/l+kTOviBx9Qcke9RBPDrn7x0/lczJv2qOxzMef1Tp33CXy3S+osjqgvbvvURGuZ7+qZGffa0WOv6zK25fOaDv33Ks5u5/8opZN+rE736gv4Sdf1k0ECCrxxd136zlulzCl4/TiNyLRtgaR+75X63GKzARjE5NM3PqoZJ/9ilxdtk5Wbdsp6auXRFZ0ipw4oPOBSvie+0QOfEcV2wHEeP32fE5yYnPPvKobC8SrAzYQIMLk4mYjxCmHv1mF6VAMh8wsg+Rc0nRqJ7H8p0Rue73IwFWRw/vzedSJl7/9EZ0LA67AKKyzacJ4En9NuYihQUDpH5s3p1/RshzzbhC593t1bZg4HGQKazQK6KRAY2zZVCDO25H6XME9MJnzOUnln75BWtiQsOuoE/LOuuKYI0oroxjIFcXXu1PeH9U+mggbRIh1yppnXlnHKNJjfWezAaDoPtgr2Z4zclVaZFVuSOMvETJjnRZrO5tBkHnbxPCFkUwhOzGzQeycWkG8rfTv4HejZ0B0jhuXR3R9FbtuIfpY5HmYbWqXq9m0rMpkdWPMX4+VrK+W57UOgVWmKn9XAxYMYU7rE2FeFzdK5Zdlke6Fwl/+5V/Kz/7sz8rP/dzPuZjuT3ziE3Lt2jV56qmnZPnyyBozDQLpXkBgXTn1sloCcW82wTKsgM0tMrHpZjl88qSL1aiE8N6Uuj0BJWdtsRRY/O7SGg1MbRcWQL7nGOrekYiXs1BiscbKh/URC6dTtm5Q9W1UsSEYvIRjQcVFGsVrSBtloGaN0Bcq05BrFM8hcNyJEEuup25ySUPYSHUVWQiddQqhtLseVZL15D8oEUPB2/JY86KLsBeEFkKGS7Gz0Ed+/RC1qxdV/ZsUY0O9av1E1Z3v1m1xQmwyjus2F+VUMRziffg5kQ1b1RqGtRNyh8I7HgIQDMqHyJ04qPPa3imHx5qkO9XvPBpcqipe6rHqQyQhwQi+uXzd5HRuU2ssonX09dp5bTuPKZeGakTTjdEmCHr/dVXPZnyw6uJeDqF2+b3pc04tzwiLsenD3EGIIL24qvN/5njX3eoTzf8ZO5d667gSKiyU9JP2W9o58oqzIQAhRZ2eup0g2YDI+pu0fKdG36jjm4pymzOn9BvSEXlM2D0gW/flrb/+mmXiEEyDDFv+bea774puENB/5t7KYnzxsKCd1y5qP8nTPXndVb0PLZ83x5xq9YRI18Z8Tm2It8v3vk6JOpsXY0Mykc3K4YGcdLennAu1uwfY9ECQrljbIflx0F76DHg2FEsT5I9LrTzHrK34iB95RseaMWJThjFxIo0tIne9JT8uSc8i1tp89S3edp49rPHhQZkYH5PDjWuku7NZPSvi67ES9dXyvNYpcNckHrIqf1cDFgRhTusTYV4XN0rll3PK0z3f+Ff/6l85d/L/9b/+lwvE/6f/9J86N3bc2wNqHLxoOvXfhqkWDo6j6lotOLfqdYXHHGHGHfaiplBKapcRDgARARCaOCBum3crGbx6bmrfIPh8iLbFcuisoxEgbbz8RrGwjmxzLtdR1tWzSoKx6tIew833K6HBCgwg5GZhpk98tt2i1xzS+GaHbfuUSFqMOvmhecmG1Lr6RNNnQdIow4D6Oe0idprPhptcnLkjnucjqzRprbbvEzn2osiRp/UYFvflO0QO/N+8VfWWBzU12rlj+jtl+WNPjnPc1VevzwcHG4hXhzwDvA9oM2U5zwIVW3Mkkzzfk32+Vcfh8sn8fFl9kEE+qHczh4amNepKzxhATn1gIbYxxtMBzwZILxsPbkwjUTyL07dxhtSSv9nqJX2Uv064R2yd+muWeoy0QuL5QPIs13Mq2vgxcK5zW49c7S293eR10b2GqzztcjHjKjrmPAfYuHFtGtPr+Z26cOUHLpMcLu0QzahO5qFt9/Rtj8P6bP+f7pz4/bvQzzEDGyg27wDvEDwQWOtsvPjjUuxZtFBtd2E+I14YSVo9HrjnKjHu8fpqeV4DAgICAgKqjEVFusHDDz/sPgGLDJYnuNzva7lddg5W3Dj8l07OM/JuwHrp12FCEn7uZS/V2iR8F313fuRe7LvwYpmOt99ZamNt4qW74GV8LHIll8IX9IK22/feefY9506ehoJXrCxIGKTN/x1rqw/KslzW8eOTfY7KxcLs9xnyEO9zQf1jyfWVOv9JbfD7iIt53JWTeY2Peyl1FT3XKyuJ2BQtK+G6gnbh6RELDUpat3HMZvxm832p58wX4m2xsA9/niHdhpnGbUHbHls3U+7Tsfp85gcEBAQEBCwAFh3pDlikwJVyGqC+jGtGUuq3eWkXL6Bx93LLg8zLYc95dePlJdoXS8KaCAHG+sp1kSK1I8AQV9JaYT0iRnzVOnXbxHqOZdpcnLHqYkF3ZBAX61YlhcQNb9ipKtr3vU1d2nFRvng8Em1rUcs5x7HGuljcFhVug8g6qxVunLeoBR2LHEQWaxwWdtqP+zvHiQUGl45rG8bSGuftrM1YTBu0HTvvVOsmbu98KIN6uIZ+XTihbvR7H3Du66mujdKRbpLU5ptFWltFUMrGhd657Y/p/3Fxh6gT98t4YA3GJR4rKTHGxGfjCcHYY5HDSs3YMd5uDiNBMRrGWDAO/CR+Gqss44mFsXOdWmwhxLjSM1a4skM2KBuXcdpAfD9rgdzsjA1t4FpnNdZczc4Nn7EkdzbzxHxwrrOMt0bCepEw3li0sWHttZhqxorr8Lrg/Cvn1OsCt3j0AmiXCXXRb2Du5Vgj6RdeC1griR23dctaYHy4NsoV78q3sTJYe/x20V4nDEZedBMIbNSxisD0d2Scfnwe3veJ99dM918x0Fe7vzwRrikocNsucl7SOWCm6wZvqMXaKeWj09CoY8QaYXxM28BpOETz5PQdWnQOZ2r7fCE+1t5acHPa3OCaPatxL6U+1q6t2/i6muvcBEwL/p4uyN/VgKohzGl9Iszr0kAg3QHzA2IXM56SuI9Mg6SXr5YNC/FCRbvGjqholm/dhWhBEHG15pUUskbsJvHBzoiJaFVEpvk09CrpcpbCjMZd88INEcXFGjGrMwfVHdm9iJ9WssVPyBtu4c7N/oYSTirZebvG7b70TRU3g+Di8nzr60QOP6suxRDfs4dFzkTK8GwGbNsr0rDCpYZy8caQM0gDdUAkIZCIJF3vEXn1SXUvdrHU7SK77smTbNoKEcXVnPhpSAebCJDqZ76sGxKoht/yWiWbJ76cF83asENk7WZJH39JNriNgGaRS1eU5CP6hkUeV3dSh9F+c53HPXznbSKvfltkZFQJ4cEndZMAt2jmi5dwiHrPOXXthgRBNiE9kGnIAjHTh57RuHNe2J0KepNuIuD2ffWCEqN1W1X9nP6a1RIywByceFnr5X31yH4da+YTEs1YEktPajLaACDgO25TjwfILvH/1lbqdkSsVck1RMTE3IDFjLPO2CiA4N/8Gt18YU0RH47ugLURgkw8Nxs2jpgP6vVY2VFtp62AEADGhzAA+gHhYWODut2YETKxTEk7rtJ9kXI94Dxi6xlzNhZYIyODju9vaPA8Kji+amNZ97373v0/4RzuJ9YmmwjmSp85O1WEK1GsK3ZeosDb4TwxLnZdXPwRSzbzymYYhBBtAsrkGGuXeWYCTYiOdWIW3aS2zyfic2FrYWxE0pm0bFjZqWuo1HEvpb7UmUgbwfMI8NdVsblJndbnje+RstDjtwiBeBoCtAH1gzCn9Ykwr0sDQc4yYH4AoeaFyaxqMSXbbEODnD9/fkrevflpW0uhSy0u0ShfuxfSUbXK8ILNi/f1SNEcyy5EFoE1s0LyEstLK6JeZvGGrKBcDfmFFEMyV25QYo6gFechtLbrdlXthlgBLJ2IrUHoIakQGyxr/P+lx1XFnBd+6oQImKWRtF6IkjGOkE2LQaftEHheWGk/GwpOJT2aD2c5bsoLndEuFMTpPyTbxQk3al/YAEBwC6zfKnLiJZELR/MK2cR2Q/YuHJfsyrVyvmWVZMexJg8pgaetkHjis9ncsLFnfM4fVYK7Yp2OsWvbkJZnabawuGOttxdy1MJZW1v2qpWcDQXKRqSNMYBgIrjmUqn15K36WLkZE9o1qQjeKPLyE7rZYHH/EGXGgc0ByBXjQ5vYzLB4XsomrReE2omqjapAHNca6eInYwQBnhTiIs67R8s3az0Emw2NA9/WRzTlsVZYbwWu81kl3i7lV7SO2UywvmBVZJzpP+PHOqU+CE/XlkKrN+Uyrr47NNfZ74iBoWjd3OZuj/PjGc0zzbpEsM8XC5vFfa8xzgnnsNEAGSPu3az0rk3jStCwjAJ+xglb/LykcyifjTa0AOz+jV/HBlg82wLgd7cJ1pGfZ/5vllvmwZTfLT4+qe3zjfg4M66sRea0c52cHxqXLBtKpYx7qWD9+JtL8XWVNDfMB/PC/MTDIRZy/BYh+Hu6YH9XA6qCMKf1iTCvSwPB0h0wf4DwoViboN6bm5hwqn/keJ9X0BYsXbyMmgskBAgxr77LalmG1ELCIXqQkygHr7N4kp8ZCyFEE1JsebKxcJHnm5dxCCBEzXJUY/XGwuosr5v0ZRIFcMp96N1KpLCwY+E+/qKSLupzxDet1uq9r1XC89SXRDbuVAsrYmDLVomceFHk9CGRW14jMrFC05VhhYPQbdmtJBfrMT+33KwEDzEycqdDznbdIbI8p5sHWKapl7YisuUUxREd26NEEEv38ZfUMguRYyxxGYf8ZRokt/lm6Z1olbWXXs4rkrO5wIYGL9a82DPGbEJQD4Tm3FGRzXu1fUef0e8dWd2mY8X3bArc/vqoDavVYwDLN6mrOB8rN2sLUoRbKvMGwYcEQR6pF1JNWacO6jm4/mNNh4gDJ3SGWN1hrQMCzRwxlj1ndJ44x0ISWNOMJaSX8mj/ba/TjQxEyyiLlG3L0iI51lU0nhB4CD152RljIzuQeKzphBRgpXbutXnrpIxH6vq0x2L63WYKom439H6zceN3+s7cmIVxMs80GyEonI9oH/0QC4i5CV6xmdHeKbmeM9J79qKs3bRO084VI9wl3PdFz7E2+cQvSYSrFLEu+78P5xqeFcmO6H3vb7rZdVh544TbkUV0CqINB8aXMUJokLlinpkf7n+fcCe1fSGQNBdb90puqF96T5yWtaiuch/MNO6lgHPZGLP1l7SurFwfJvAGbB2X24YlDpLTLMjf1YCqIcxpfSLM69JA2aT7zBlPHTgBzc3NsnLlSpfwPSCgJtR7k2BWSF4yTeEZyylEGkC4LRzO3G6dJdE+npiSvTzysk3895pNSgZNIZsXXK6F2B2/nreE8zvWYoDVECXphrtETh7QYy7uOOe5v0OuRtViBMHC+j2MK2aDWmIvntLTsJrTJkikEcnlndoO0mAByD3k2oel1TKBNQgrZH9wKP8yzMaEizkezY8hhITjkDfrM2nHUq1KXtjIcNdCDKMyDLxYO5f+yAIGWaZu6jAVdc5xMdaorJ9TIoxKOda6A0/oObS5rTOv0O2GK7JkMqdObfpG/nvcqq1NkA1fGIs1Qd9pg6l7457OfECwzCoHEXbx04O6+QBxNtV71+4OjRPHA4Hx8DkGmwY2N/Q3ScDOLPr0DULHRoiL4SbXd1bXBmuO9TkpLudVYsr8qNT77bL7EBdqCGaSgn9c8AqCTbgEXJSfpaYhKuW+98+xNhWD7z0wHYp9X6543CQZzek5zK1+kZ/nmdq10AJiSXPB+mnv1Y0El2e+Am23c0tZV5UQCQwICAgICKhhlM2It2zZMuM5EO+HHnpIfuu3fkte//rXl1tVQED1kCTkRFy0AVJBjuX4NViG4+f77rG22URsp8HlZc4klJUgbgUB9K/zXWBduTFrlLXHJw9OyCvWN/qCC3W8Ph+QyqTUaPGy48fMVd0fm0yzSC7Wdq5pSmiDXxaW9SkuydGmiMHcz/2NvZjol7YrFkUDcY0ft2P+3Lsxjw2gszR75VsZBWUliIoltcuOT/avIaGtLdOLn7kyPEG5+HnF6irleKnfVwOltqnctieNXynz5d+H8VRypbSn1HMWCpVcC+WWVe46DggICAgIqEfS/cd//Mfyla98RY4cOSLf933f59yXLl26JF/4whdcLm1INtbwz33uc/LmN7/ZnfuGN7yhsq0PqCvlxq6uruqorMaVcXlpw3KJJQsFcCyhfqotXIhxgeSFzwlgZdSFF6sLpMipPGe0LF68icEl1pmXdIgnlkmEuIjjxiqJ6BKu6FiTuH7nXZFFEgXfjLqk4/KMVZN6cUmHBG6/VduFhRILKMJmWGqdBThKQUXcKLHOWH2JTcZtt/tetUhi1cT6+eC7IiX2K5FyeLPIzjuUtNIviARklnhrLO+4zGIlb12hVlQsX1itaQeu4Sb0hTWc+dqwSy3TxBZj5WVMcTseH5VUY4t0jY1ICiJP+yZdbtMines1T7RThR/S+HXawzi2U9Zakfu+V6SpPXLzzakoWUcUt85YcT4/cXdno4D4c37ibo+FHNdu5sTcsxkvNkKImad/m7PqHYCFD/d82sl3zpqGd8GEto/f6R/z4vq+SkXanNcB6wjV+TaRdbt03VA3ecSx8LEJERMjmwT1cdxCCJzo2wqR7Fh0/UpVKm9s13h92oEuAOVg4b9+pVCx3ZF01OeHVQmdsaQMZ8mM3MqLCWwx13GVaebXv250VFI3rkpXQ05SWNspezq1b1ODp19xJWrWVPw8c1UvVYCt1LZzzshw3s2ZNc86Ztx9dXe//KT5YjwJG+Fe4GPxypRnSvM8M+hjUn5y6swusKJ5glJ4qqFBn7/ty9QLppS1MBPKFdFLEvtLuq7SqEMF9ar+XQ1YEIQ5rU+EeV0aSOUIJCgDf/u3fyuPP/64/Mmf/EnBA53ifuInfsIR7A9+8IMyPj4u73//+11c0Ve/+lVZSPT19bn0GbRlBbFrAfWPuDIuRIF43I61SjJZ/rzwuzRefgqbYRX04gXUKXnfpHG3kAKzgEJg+T/nQTYh4ztuVQJLHLVLL9WsscenDmgsN2Rz7RZ9wdu4Q2T/Y0rAOQcS+8xXRSaIrV0u8uYPiLzwdY3rBrRv3U6R17xd5Mt/o8SMc158XF3RKYe6736Lvt0/8xU9hrI05KH7LpFv/m/97o0f0P4cfS5POLbdInLzgyIHv63jAnE9+JSSS3PxJu54xx0i3/58FAvbLHLXIyJ9l0Re/GaUPimjCusQaoSoGAcEvdgw2NitAmdY/Lfdqm7huMeLKXY/oARx/9e0DXvv1zjotjaR068qYYHk3/mIyGOfFBkb0DY8/G4VP7t4TMcA5e+TB3nCadspCzV4iOpzj0X5vFOqoE5qMdKwOddu5jV6qX/hcf3JnCJ21oWg3Ji2E/EsYvUhtownawQVd9YXRNIeq2wKkO4NRfkkNWxAvawd1ohzF4eMt4vc8Uje6kfTnv1/+bAAwJje/T2Fcpic9+LXNR7cEG9DEpLaxZphM4hY7qR7yRdEK6b2DdigQnfAB+PIvLDZMpf6Sm170jnuvl8/1bJaSn/QDpjM0S4iV87mY+iBU/GPKaObsr+/wZfUn2qi3DmMj2cl60tUL08nqJdXcawS1e0T5nC+5ysgICAgoOZRKr8sm3Tv2bNHvva1r8mmTYgNFeL06dPy6KOPysGDkAyRAwcOyAMPPOAas5AIpLu2lRvPnj3r1hOpEyoCiO2pl/MvUlihIMPE7/LyiwK3xWnzsrzrbrUqIst89Fl96XM5i5tF+i+rhRSyaKmBUDDmBZoXMKzBWEEgkFzHS3k/KbLWqyI37uJY8iBYpJiCdFAWlltw6bRadiC0pnx85Dm12mINxQrr1KcRcZrQPNi87b/ypNZHSi5eEhE2oz7YFyJtxMXycfGnK0W279M49TOHIkK+XvuIZYkXT4j05m49/8QratWBPGNtpl7KcoT5tiglUiRGNpETWdmlVmMsVfycyEp22x45e+W6bGrKStpZN8ejuOjlqsJOefTbEfN1qgaPhZCNCcgz7aQsvAFWb45SZ5Eqa4XIvodUNI5z2dDAqs1csAEyOiayDvXoaPxoE+MOSWb+sHg6a9q4egqgBj9EDu8GJc2sD2edH9FNB8aeeHJniW8V6Tkl0oAluiOfWu7wfpH+HrXYGzmnPNr+un+SJ/O+JZiNFM6lj3hHuBhuLP0duoHBCz5P6Mc/rePtvBwi0TQIAJtHlI01nbWBsN54pMbOWnOeGaQqaxN53XvzbUi6T3xLsAlesW4R3gLRvZTN5eRs35BsWtEqaWsH5zBv+79SSNZYa7Sb+d5zv8417Tz8jJ7PnPukhvm66y15i3eB9TFBgG02bU+y3jKvTmQwl1x+fL4gYWximeWeub9wTJ8RcTd15g2S6ja1Uiqyl2T9tvGrtgU1/jz0kE1l5GzjStm0YYOkz7wy/XjOtp0zzWGxc8BM11VrXFgjl0/qM4h7MO4JMR/zVat/VwMWFGFO6xNhXhc3SuWXZbuXnzhxQjJFRHQQT+N7w9atUc7YgIAiYO9nYGDA/awY4srGuCSbEJifJgpAqCC2m3cr0bNUUFhacEG9OpoX/oK8DvaodRQ4d3VUq1OqyA0gfJBZ3K55YQemeo5F0+DUokcjoiyRCvJVJW7nDukxLLuQU17aDVv36ovh4af1d8iLuUlbuyAHLjVSJHpIOi02AyBFZ6Oysag6l9n+/HVbbxHJjalIGUAtHas37vIIwwEUibFIkxcbqxjAio36eXskisa8rtsiA6Njkhu6lhcj27xLyQ/WwTjsGO7pTQ15wTJc49m0YGPAKYxfFdl7n7qNQ+zYtHBjTB71RpGBSyLHomvveJPIeJ/I6Vf09/RadUPHhZ52UAcWcZf7+2xe2MyFBYzoeiiI187l61u3Q8cQJXP6DtrHPa8JhPOi8AMjvBDKtt36f6y9bARwPpsbcbD2yPkOmXckPvaiz/HrF0Ruvl+9Ftg48GFkgbXrtyHpPkkSvEpQAHdagKPjevukSlD75kS8HFhjrDX+b6J6rH3TAgBcz/1i4zOTANss216gC8DY8HGp1aapw58vH7SL+TPrdhyMDXPGWuO8JMLtt7PaApPTKL3nJsZlYOCK5Fa0zDyes23nbEX0Co7Pg+hm0riUom5fS4Kg8/l3NWBBEea0PhHmdWmg7K3P7u5u+Q//4T8kfvfRj37UfW/A0n3rrbeWW1VAQHmIq9zGf4+/aE3mjh2e/ry4srFZ6nD3NpB+K34t1xHb7QPrsa9YDQlx58ZUtOMpfLBE+eckqVY7NeyEMYi3yZ07VtgG25zw21DgKhv13z/P3Gb987AExoFF2jY1Ctrmt31s6nxhwfbLZgzcdR6ZgYBzng8Ipz/u1ld/TK2dfp2MU9LcJ5XlK7HH67c+J6EU9e2ksSooe2D6OirRhlLOmVbt2x/jkcL5iiOpnOnqnen7chXOK1X/bM6rJmaqg+dQLbRzvpHUp7jVu5RrAgICAgICpkHZlu7f/M3flA984APyzW9+s0BI7e///u/lqaeekk9+8pOT5/7n//yf5UMf+lC5VQUsRSSJMc2UDzjupoil2VxJJ9W8U+rqigXKlMOJHwQQOuIZ+eny75InGJI6oZZXrAVYM7H4cg0u5sQDr1qnFmZivHlZ6zmvFr3hSFzLXIidUFZDJEjUqe7NLscyabEuaZtw40xFPxFhw7KKkBeWFsrH3Ryiaym9EDYbGlQrOuNk6trOJbRNLTa4IHM9ZJCUYePL1YoFUaRtw5F7OWVCIp0reRQLbGnDnLAcFmRcu9v0esaBc3CFx0JMuy0+Gevltj3a9rF+kZYmJeWcRz+pz6Uia87npm70BKiol49zkcZkiIK7N1e4fmPVZkz44MaLpZ9rmCd+IkiGm/2kkjyiYuSp7tT+0V9cZs2FFqs9ZeKWj1WW+pwL9zqRtZGbMO7IrA1ius9HngGMCXmZCzwnovRh9MfNa1vy2nZtbVTrr0spFgk2YZHGk4D5KWZJBYwPY8m6pa3mUp4Evw3T3Sdx+FoH9B+PELchQVtbI2vxLNS+49kB4vDLSRK38t16K6G2PRc17GqrrFcSM9Vhz8S5lLEYkdSnUtTtAwICAgIC5oN0I46GgNqv/MqvOAJu2LVrlyPc73vf+yaP/af/9J9k9erV5VYVsARAvNn69es17qxcIZ+4GA4v/LhUm8AR5AwyhTuvIxuDarWEfEG2IE9GQjhvtEfLo00QTH5uuVkJE9cgsIXL8tH9Whb1QOoQ7ML9mPMcaVqWJ0JOVOomdRmGbOJWDql3JLpBidzZV0V23yfStUmVqhEQg2jj/gwxYwxwecbabLHHXEe7IZpsAtCvK+fzMdi4ZOPmev6UyNigkjpnRb2hImEmGISiOGJk/B/Sh6s1yuiWQxsxMYgdLueMI2MK6SIWHTE1F7ObFbntIedqn375cVk/PC7p4WtKwBFKI76Yc4iDRuzM5tmR8RadCwzanEP5uNUzrm4dEIe7SpW9GeOD39V86BNZFcXCvd+pyrepKzwx14jMURaq5JdORMQ/pcSbMYHIM8bEbjvXWkjvKp1bNkhYOwe/o2rW/dejeOAmkR23q8s844niPJs5rBvqMk8A+ta1RWTtNv09vraZe+LUaRttN68HiDTCdsSxrk/r5oYfXuCuHdd1Q73Mj222UDd98MF51oaZ7pNiatGpM+669OiIrM+mJX3xihLpddtnp/bNBhHnus2Vpqkx3YRFJLXTtedsoZBVuQrZSeeUg9mqrFejDRVoa7qhQdZv3iLpZStUrG8h2znfSBoXntlocrAhVkzdfrH9XQ2oC4Q5rU+EeV0amNOTGGJNyrBTp07J/v373U9+9wk3CIQ7YCawgdPZ2Skp4mzjhBvwO8exEiYBi1j8BZ0XJayWvLxjyYOcQnKwLkJiIKakzeIlE0LJ94Yr57Q8J2gVKUpTDmSZeGvIH+QNMmzuxM71OErVtCJ6KYMYIl62YYdaYollhYhA6iBjPef0OkgbZVIHwOqKhRUCCnGHqCC0xcsT9UPUINWWFgxi7K67rrHVpNByStdR2ivq2xTFXCNWBvGHeNvLJMQHYovlfph46wtKSJ11vVX7yQsomwbUyWYAgJR3IoYVpawCbApcveiIVar3qnSOXJcU88Lcmvq2i3WNhM4MtIuxom2j0blsbEDqiJFn44A2QN5QYkdoDjCuLd4GAeMF+aVsxrgXctiipJXNE3ODx2oKMed7A5sY1Is4nBFp5pyxJo4cEu/c1UeVqNN3cPWsbgrRdt/dnXV2831KMlm7U5TLx3Uj5cQB3fCYvCHSkWv0qEjnGlUfd4Jfdl1W1+Y935Mn+Lht73tdRBI8Ist5qL0z36XcJ3GlZrMsc49MjLl9iM5M1v10JNrcwfFEYQz8OWXDBwG87nu89FopkV13iKzdOpVw77lPy0lqJ+B3jvO9m68mbeOUnO5e20s5p1yUWnY121CBtqY27JTONWskhSDjQrdzvpE0Lmys8exAsyFOuBfROEz+XQ0pw+oGYU7rE2FelwbKVi9fjAjq5bWt3Ij43vaGMUkfeab4ibzUI3YWhwlSJQFLHoSalydzwzVFb176IUFYFnHVhtRBps8d0e+xQCLuBaHjO86/+bVa7tNfUhEtrMvOVbtJRbkgGne9WUkaFlFeeMxqSxuc+NJytaSQHsxZbU+qm/imXUr4Ia6oYW/YpqJlkC/aAMGGECJshuAa5BeiDIm5dlmJFQrqrW1K0qgb6yxEhw0AXNYhzjcgou2a+5tycPnFCnyjT9OCmeo5BJ/xoe2M0dmj6u6L6rmNn8tv3aF5xbEW07cD33Z9zWYa5ETDStk+dkXSjDubDqS5Avu/qsrjlAvZY6wslVfXVt0gYSMC0on7vbNCNyp5ZrMCKz3XMd5XL6j186Z7VL3bCZ1FitG0HcX0l55Q6z1pw7DQsqHBWLGhgFidxa074bmUeizg/YBAGW2nfoTonGhepHZ9+xvzL+VY29nEof3EL9N2RPfoEwRzwBOdMzCnWKkpf+9rIxf5KAQBMgtZtfXOXEM4ieFmzNgQMMLtg7nkuAsLaFMLtwmolXKfWEiErxZt142PS3aoX070j8r25U2Spg0QFPpnYmTTqX37StQFebqj8yyEZLp2Ar++uShkV4o8lVp2Ndswh7ZmI/HT7du3q1W0Fto531hIBfVq/121eQ1Y9AhzWp8I87q4UXX1cgN5uM+cOSPXr0cWOg933nnnXIsPWCJg72d0dFRyqMVOh2IiS9MJ20CKzPpmbqlm1YZAGWlyBC6Kvwa8ZEHSXByrp17ulG0nlCDxWd2oxNOR+et54gEZQSXd1LBJHeXSj13Rj7kxki+cnNkA0oH11ZHLy/rBBRdiePhZr0/EQWfz6toQScgzv5NGC2DZhnDigm1w1uisyMVT+fFwqY+GRE5G6t5rNqpV3Vft3vew9s8U1bGe0j9IKWQSF/V1W/NxyqSJYl7bO2W0qUFytGvS5Xo43wdIJG2CHLrUWf36HXHoRqogmWxuENcPEeMamx+LSWdjgA8bJ5RP7nQDhG7gRv4c3NxxwWe+sb7ayyjzY54GeAg4UbYoRjoX/WQMGo3U4tkwKtKxSteRKa0T/88xt6Y8gbaktWuWXH46tfuYeJt/DZsPfACbR5FC/BRQJ5tFSaEYpdwn013X0KBzOtwvuXa0EVJTy51O7bvg96bk82ZqZ9L3c1HIrgRKLbuabSgVCW3ITUzo89f24GuhnfONhVRQr/bf1aVjW6l7hDmtT4R5XRpomAur/8Vf/EX5xCc+4R7qSQgP+oBZw8SWin6fINbkC9tAXIoJUhkgW5aDFtJkCsr8H4JnOY4hIY4ITahVFEAynQAYomhNkWUQYp5SK6e5onM+Vl3OcSriCHpFfXPCXY35PM2QOHdRJEAGyfdT1HCOI32ZvBXUnRcJkUEgcavme+ol5RfWWuJzKRtrK0SKc3HDduJeTSLXEHxrFhlCHGyZnkf5uLLTZ9KXsZlw5WJEcCMhM8TYsOIiFubic3GXX60WfxcDjRjZRo0TtrF0rvxNSrRJz2Xtd0rgI1F8bzR+uLnzf/JqN0Qx3s4tPJvfKHCxwBN6Pe12mxRXorRsjepij5WecYWwcw0x3wA3bvrJWmLuXC72aLxt3F1qqUyecDNm/MRLwMg380jf3flRf3BJp8+EB+Cq29imRJ51wnFba8y9s6zn8mUxPmxOuLzaLVFe6VG18uMK79afJ37m8rZPTH8/lHq8WteVi+nKo99snrDxkCSuttgQF4tzcfEDxcXjagkzCd2Vek6tYjG3PSAgICCgPkj3v/k3/0Y+//nPy4/92I+5dGDTmdMDAkoGLqbNnriWD19kKQ7c/gZfUtEsP42VL0gFxo6I9JzOx7xCInHbheRgoTMyYym5IH6QJgSzIEO4YzsxrSaRzd0qKEacNHVSF0QPqy0E0Fl7UxERRezsqLoEQ+wpE0suGwBtnRobjLWZPMuURfwzVmrqwao6OKDnkJMZAok4FecQKz7QL/Lqk2oBhnxjOd62LxJEmlC3b8TeIK4Wd41gEvHT1jfnWowQVrvImcO6cYEVH/Kz6/Y84ca9+sIx3XxAcZv2EbNMXPSFk+rOvZE23dC54jzII+Xjpk/7LkS5zI2AMteQTlMXx0Wdc9gYYUyxIGM97o8E2CDa9AXLPEQY0mox67iZcz0x9ecO5wkaVnJczOkvmwHExDMntIENA8i3WXoZA+YIN3/K5hhj5MY98m6ADK/fmncfpyzadvLlSMU8lxcKw/WfdcX4QbYZW1PtdmJ2gxpTTX5xR7jbdNOEvhEiQOjB2OG82J27blz7wXWRsbkkoadyBb3mWwisWH0MLd4O3AsNvcniaosJcbE4ezb481qr/StF6K6Uc2oVi7ntAQEBAQH1Q7oh3J/+9Kfl0UcfrWyLApYkiDfbvHmzpNvbNW47Sb3cRJaSAMGBwFhKqSRBKqdq3RJZVD23X8SxIJzmPg6h6dqo7sMuFVZkgedaLLgQvvFhjZWF8BKXCvgeS6hLORUJvkGinHt5StvOuZDDU68omVyNJfSaxvNCxl6JXMEhXbe8Vsng/sfUak3ccUsUJwwphUhCTFd2iZx6Va+jXq6hHggs/YL8W4wxJNONybjGnJsbNJbnprSOxcUzUTowvsupuBj9wrLMy+aKNbrZACDhxHlTtgmUXTgtsvVmt2GRXrFaNg9dkXQ/CuQrVfH7+ItKUCGjpw8qsbb4Ywis24CI4uzZ0GCO+H/bLnWNZ5ME93wIPGSYDQHIChYpLN1Y2uk/44qF2bmgD+r8sJnC9wBrIiJtLjbdc7+kj8Ss88JNm/ASMAs+LvxYtFeuFdl2a15EjzEn9tsIN/1jLiD9lMNmDIQZ93fc8c1tnbYR1+68Cka0jUa4WSeUy1yxUcS65YXfpehq0HaykUF8s1m8ZxJ6MtGoKWSi9OvSuTHZ3NGmnuXVEpZKaidjCeGm334aJxNX27pvcVkh42JxzDMbZawN1r3N9Tz0b/L5W2rc70xCd7QVzHROrc5XKf2r1bbPZV4Dah5hTusTYV6XBsoWUkMR8/Tp07J8efQCuwgQhNQWEZLEmKbL00388eFn8m65lnvZF6QiDpmXdhejjSU7ci+HuAJInLn0Xjou0rxMSRfkCdKeJU/3aZHd9yiJJlYa125cirmGmGAsrcT3btypZJXr+B1ChbUWkjgxKrJqs+YOgBg7MjiiBBkrLZsNWDsl73XuSDPWbRTNifOmfqy7h55UATXia2kDlmxcwiGptzykGwbPfS1v1XXprnApZ+NgTOSON0auzlkdGyyyCLOxUcB5kOm+ayI33aHE+6Vv6AYAFlwIJ8rUL/yjxoBv2KnlMoYQezYuGCtirrGAc/65Y9oGRMcgwpt2as5rZ9VuUW8Ayli5QYknabSYQ+YTkss4Eq9Nu3Ahp50QUyzqKJ4jpEb9x57XTRa8B7AWM/d4LfCTkAO+g/A6gbgWfYE2SzRz6NbGsFqknVcCwnEjkQt/R2ThJp4bKzmeDT0ix6JYespw6eiGdTODSbz5NVoWY8z15sbOZg7eD3gNsH7Go40e2kW/gHkjABP7M9BOa8NshJ7KFcqab4Gtgnzig+pRUSyfeFxcrdYRF4vz5zlprmupf6UI3YHZiOHVEmYr5BcQEBAQsGTRV20htR/4gR+Qxx9/XN7+9reXW0RAwCQmJibk6NGjLs97BnJSTIypGEzAC9I4WWhMkMrE1LAeuZhdLKADeYt6LiI6kD5icvlAxOMvw04UbEwtqXx4+YI4QyrN6m0vzVikTazLCC+/k2IKYDWGVN5AiCuyBq/ZopZwrMAAayyE95VvF5ZNf1HfNvLmlNKj2HQ+kET66H6/qufRP8YFS7b1hRdI6jNxN4gqfRnhMxCV3xrl9GYcvLHguOWPxtLNxgEbBBDSy6dlYts+OXpjTHYdflYybgchEmGDkLKJQNovLNuMidtoicTBVkRz58csWwy+RPPs8lE35BXUIc2Ms0vJFrk70x7mkI0CXMothzXj5wNijkX72Av5TRjGkrlhPZjAG94NeANgcaduEx7zXcap01koiVeP+syYuJj2rK4Z5hkledevMZ0XPyWYD38dm9ifwW/DbFCuUFZTk0xkugrv1WrCb6eL4Y5cyssRX6s1xNsbt6rG57qK/Zvy/J0JsxW6K/echUIl+lcDmPW8BtQ8wpzWJ8K8Lg2U7XP0x3/8x/KpT33KfQYGohfzgIA5pkwoG8UE1vzvk8SZ4rlZ3U9PzI0XlXjOWsgTH4OzZka5pyfPicrw63RiW7EXH8iyb7mzuux6K7cp1nYnBOa3ISrXz8eKtRxS7ANiGj8nqb44sPhjLY/DHwd7qfPLb26TLLHKBW1IFY6DzV3BXETK5D6ccrhfX9K4M88xMb74HCatAzsWX0fxuY9fW+y6Uuc5Xlapa3S6NtX6vVou5lvMrdpIWt8F38+w9hZyTkuZi8U8X4u57bVwrwZUFWFO6xNhXusfZVu6iRMCf/mXf+l+Yk4nubuPpDRiAQHVE2Brm16ADQtnXJwJIkmcLsrbGCWd6nSrSNcmteriRk1csOXoxhU4l1L3ZmKqsXBCBPmOlxssqs5EmlbrMSSQPNwEwJoqNS7k5MhGSRwLqFMM71DrKCQZKy6poWgDLse4uUOWb75XZM0OdU/HYosF965HRE4d1OuwTvMyiBUVcTDIKC7l63aolXfUrMEZPd+plI+LvPqUKoRzXeda7YOL8W6JXN+xfNP3do3DxnpPFy0yZd2uyFV+tVrGnbs9/cpo32VABeiYB/eMSCmhwCWd9lIflnHmAnd13InNtdqpi2MlbtQ+OMX45ZHKPaEDo5GQV4e2nX5gDUdgDrKPMF2qIa88jMcDrts+xic0zhqXUs5rWymSsxReExqPzdgiXMe44PlAW6nXxd+e0XkmVIC2My6MG5Z8/s84u3WTzXs6xDcwfDGypDWKFwJrkHp863+SiFk11bApm7bgzs/9YWM5H+rb04m5UQ+W4cWkaG79cSEthDI05Nc9oSz+XCf1ryDPeas+j6YLwalG22cS1uMcdBQsWwTfsZ55flZafK+SmG/hwOkQFNQDAgICljbp/uAHP1jZlgQEzAW8bJYiwBYXZ4L84R6O8jbK5455p1SsaeNNSvQgSpAL3IIR2EIpHCAKBmEnHhfggozYGTHgx01US1R8jXhniB31kYP63BGt40wkgIaQFi9yCGbZdfwOeXnhm0rSH36nyJP/V+QSLuvjSp4RW9t1l8gLX9eXcEj1rjvVBfqJzyvRI54YggRhNPf3rXtFNt8s8o1PK4nHOvzA94ucPy5y9lvaBjYbeJnf96DI2UNKMLGME/P96tNKCPp7Re5+s+YZP/SMul0D+nvn94o891WRxtUim7eLHPiOyMiNfO5p2gBRICac/tB2xs+puo/kCf3pV5RosLnACy/x+czFK9+JUqk1iNxJbPqIbiAAziOWHtd51L8B88n8G7EBzB3kkBh+F4ue0g0YFNypF9AeJ/x2p26YOOV4BOzWq+iZgY0BNi5oGxsO/J8x4jrnah6FCrhUcTGrty9GlrRGu7ZEGysxwh0XMaumGraVTWgFa52YV2LwfVV1li7ibpTtNqAqqPhcTASOdWO6C4tJZZr+sKHjP7MsldzOO/NzndQ/Oan6CCZeaM86noGzDTUot+2lCPLF+2drkmdyLW+KlCs4WGkEBfWAgICAukHZQmqLEUFIrXbBMiTfe1NT0xSPiYoLsPmWAyxKR5+NhLiiF15nCW5R0knOa154LWUYaZogd2ahhVih8s21WKYunhK5EQmdmUI1txjnQr6oG5Evzh/uVSsrJBALO+fcdFdetO3Y/sjCTHqvvSLPflWF3Fz+aKy3Ua7vLTeL3PKAEkCszBBgxoC+Q16xKC9fo2m0ICHEh6NofuWCyIpOJaeQ/jMH1UoMyYRE8cKHpRcrMi/zEC2zBq/fFpW7UlN3ObIapUNzub9vuLjx3LbbZDQ7Lk3nj0iK7yAQWKNxV3ep1xo0TprxdRb/5RrnjhAdFjJScLk49DFtGxZ8+se4cC5jhZgdse1sLGDhZh7YmMAyiFUNKzvtYXzZPCGFHPPiUnwdyFunAQrlxM5TH3URK24WWyzWe+7XNiPghvWua2shgWY+UYS39QfpMGV9Ex4DM4mRJQmWzXQd15x6uVAN+/JJ7ScbR6aGDRjr2Sgwe2W7e3UiK025rKR6TuVV1YEj5QjOpUXWbMuPzWzrm6ktNg7cq1h/kx4ZlayzGrAxjVuCmSundL9T5zneP8abjT/uRzbw/FhdiPddb5m1xbvs5+90wnrWP7Pksx6drgVZHlK1PTcLJRwYr9u/n8tY2xX7uxpQMwhzWp8I87q4UXUhtYCASqOhmCrxbFCKAJsvzoTqOWSQF1fcp33gjo1bOMrgZ1/Nv+y0Ru2EmEFe120V6b5bU0ZdiITN4sDK7cged6cJkSGuFsVYQ45vjChZIx0VKbloF1i9QV+8LE0XL4AurzQq7CNK4nfergSETQF+Bwhz8UKPGjYfcM+j6iaNZRzsvEMtlljjsXIDNhJ48TeLNEJp1INFnD7zwe1+826Ry2dVYRzgBeDanNaUR2DLXmngXQ/lcAMCYljMxy9qvyHpvhIw3gX0hbEnhZIPXMWPPKv/x+IOiYTAm6AcLuFY7W3Dg9RjrCubWzwTIAC0nbnn94I5H8y3lU0XyjHROYg2mzDkOGc+AWTJt6Y2ZHSTgvKnw0wiZsWEzqa7DnLgv6DTNovndOJ/uDBHsaicx/mliqnFym5gbNmoovxsVLbVAzjuj81s6yt1bNgEKsYlKllnNWBjaunf4nAhFFG0ig/ItnnXcI/6zy0symy4zUaEci7P3+kE+fw1Y8KVwDZ+anlu5io4WAnE7+cy13ZF/q4G1BTCnNYnwrzWP0LyxoCaEZA4fPjw/AtJGLGc7vtSzgGkwJoOfJ90jt/nOHmx731VdocoH7TBvsf1d/K6iUJ3ZPt+InYO8F/uiF+2/NOT10G4vbLM/dva65oU9cO7Njs+JoeH0pL1mYMRd79NcThPgISxmhiZvu3jsbKTyrf5SprXUb/8bGH+bvf9oFrsJtszXjvKxqWoYU93foll44Rx+Eq/ZOOq6vHyp9RfhXFZzCrTpbQ96ZyCNTqR8P0Mz6v5ev4u5rmpBVRg/Bbs72pA1RDmtD4R5nVpoGG2OzDj0YtVKTsydm5AwIKiwOU8JjhkqtMQyrh7OeSRY5A4LMZYgyGbEGJTyUaoC7KJC6hTFG+JRLKiXOFO5TYVCa1Rx4h+z3EsumaRBZQJECoDLh92o7qMNreLtKI0no7cahvyomhYVnHtRtQNKzJWY1wTXYq0lP6Oizr1I8yGZZjYadqL6zWWfPqGK7QTQGvUdjnhuYy6R3O/jyEGl44E0bCqX9I2YuGetKwP5q1aWIYZZ7izWfKwhLt0Wtl8+6kDqykx0Ra3bHHC5rZu7uCtHZG4Gl4ImSj9G2OREVm9Tttg8dTMKWMCcYbAUybf2ZzbT8qhPMYVl3UTfDOBN6f9xjlYzZt1AwLmiSW+mAp5KWtvtuJnMwlnzUYN2/V5sHThsdmoqjOveEVQvonOYbWdTX3VUJmeb0Gqmea+XIVsxtLuCxP0c/dAKh/WMFdxvKRxme341ZEC+IIgjF9AQEDA0iTdP//zPz/t7wEBNQle8pPE1UxwiLhnF+N8vtCqids4L7V9uCNHZOz5r6ul0yy6kFnE1HgZJb80JJu4X+K6cfM2AoIbNC/H5ICGwDk3cWIa9yrxpn5isZ2C9gUlgFznlMwHRU4dUPd18llfPKmu384lvlHFvCCCV85oubQZUkp9xH+z8QWpvnJOxdVOv6rlE4sNyT3whL5o7xhUYsymAm1iKHAP5gWbmGs2C5zqeou+oLuc2ZG7sosvb9D4a8itc9VfJrJtr8Z9jzbq+bjVEyfNORBi51Y/pm2zPOi0HRdu5oXNjq7NKjpnrva0i00GNiGoF9JNH3fdrnnNGUPGh3r5njZkyQHeqwJoqKNTNuAn5zK+5inA5gPjRAw4c+qshmygTGjcMrH3iMFBUAgDmE6FfKa1Nxvxs/Ej6kpNyEOxsuKKy6Z6bjHdpobNGBJSwHqyvNczCY8lqTmb8r+pqgPWItoCbFh1ML+j2ubhIRW1K7W+SqtMz7cgVSlzPxsFcP8c7nHWBiJ29Ms27XhesIlm67tccbxr56eOSznjV0sK4IsRYfwCAgIClibp/shHPjLt7wEBNQcsTfEXX8DvHMdSg8UG0S5ImcVJOoG1rMiarWr5hWiefllJI4QbAg5hhAQ1H9EXYFS7IXlDg2oNIo0YFlEIIi+rpLPCIkwdqGhDJEkpBvF2MdotSuKwzNoLuiO3WN5JP3ZQZN9DSjAhg+mI2EKmKAPCCUEz4g8phAhDgohJzqTVCgy55RrE0yjDWcOJjb2gxBVSD9l11qwW7Ssv1lhdScHFODEepqRMGRDT/iGtF0LNhgHjR3sg5mMTIl0bdMMC0udSsOEV0Kokm3E0cC1z4sagXTcj/M0QCN1Nd+rGhhFlc2eHjEAc2CBgbl3dpFcby3+/6aZ8+QDCSJ0GSDtK4Wy6XIs2Atz8tOsmy9ig1sF8Ug9j5YuFmbJxKWsPqycbNj6ZYX6ZC5eK7JSWx7Gjz+uYm8hdUllxxWWnzL9eCRPp58yLA2IFUfKt05zPdcXEmfyy2cSw/vqq6m494QFCHOzyvFfB1QvqaeFjpvoqqTIdH+NKtyGOUue+VIXs+DnMP1ZQl47Pcxu24/76ng6ljku541crCuCLFWH8AgICAuoKZStsnDhxQrZv31729wEBPtLptHR3d7ufFQOunUl5u33BIUgxQJXaCBsviJDfi8c0xRPkDSEys+ggXARZg5AjMkaKKKyjEGrIKSQcMuvc0CO3WlyxIUAQSH4npRbEivIhnpBJ57LZEaUDQyG7J1KBJjf3uMgrT4rsfSBKA55W92es20dfUFJLORBISCxkdUOUqsqlzEqpuzeWXNqEAjjYerP2B9Xu8ydEujaqZR7rpGtHo8j1c6qkzP/ZLMBUCoHlJ3wYIg/ZwspGfnGsnhDVwX5Jb9ot3QPXJQ0p33mXkgTyWUPGzh3WsVi/Xftrys1Y2G1uOlbrZgPjZ+PZuV5k/U1KtjlGnxGxw5JKCiWn/p5VogzR5zgu9bSZ8TABIrc+BjR1mhOKG9d2MV5tndpnCydg3vAcYLzYUGEzAw8C3PXZzIgrG5ey9hC7KkX8jI0c2glw22asksoCrFFIkK+4zDiYqzrnOwt3w+zFmaKy0zeuSveqUUkzDswl4DruGcaFlG7kOWezwLk8M34xYbVS6isVSX3256JCglQlo9S5L6XtSedQxqooHIQxt+twC+cZUGp/vHEhUqJ79XL3c8q4zGX8SulfQHHMcfyq8nc1YEER5rQ+EeZ1aaBs0r1jxw4ncV/u9wEBSRoApDapGEoRQDNLL2QMwsWHmGrLZ81Lpb1wmriZizGO4ondcerpiMTFIKI5jbuEkGFltOtM4MsR78hKy0syll+/HkAMub24Q8KcevkR/QCs5cRvk6sauLjsDVrfpBL6Bm3jpdP5col1Buau7eKkl0fu5P2aN5z2cACSboDYQmhNOM2s7CihW7+Ic7a4cDYweEFsapbxiRXSxMaEqbazWQBhxq0cQLZNvdwE2vy5oS7XphhI14Wr7stPFIqz8XJK/XKlcG79760O5oI6IRsQUY7RVoFINOs1fi5uYtHNrd3CAJLyIpcqvleK+JmNifsei3LD9HUlKS5bLLGLqY5cvMsRZ6LsletkPEpD5Ei1O05u9THdfHKI4voZI7PMV1N0bjqV6fkW9Cp17mejkO2fY3PIem3Gy6bM/sTOG89mpQmPmPj3cx2/hVQArwfMcfwq/nc1YMER5rQ+Eea1/pGu1sIJOSEDZqvcePz48cqqrM4kKMT3SWI1/jGzvvpwebK9W8ePZ/XPcT/9shLqwgKb1M4CkSolrwVwImTeOVgd43UQsx1vuxMu866z80l1NVlfJKDmg74l9S8+Vv53zGtDsxwfayxUL3dj6rt4N5Q+NwVtasyPYUEfY481m5/4daWMe3zOGNN4O8tde35bkup330chApPfZ2ZfV4XFrYreq4n3kr/WZhCdqxdBqlLnfqH7453HftnxawPu55Tvg6DXokVV/q4GLCjCnNYnwrwuDTRUY+F86Utfkq6urkoXHVCvKFU9d7bABdOpQA9OJZ68XDprM2JPE4Wkk/ohakb8OHfLXo3zJV4TEgSxg5ChSMw5uD/jxoslmRzU+Gnioo21e9s+tSxDnIczkahVpIKNGzMklzJ9iybfY90l/tPconGzdm7QWBRXRfmgI/dwXNcRq+L/a7blc13DdbEib+xWwobVEZJKu08c0N9drl/ym6OGHLnODw3lySrXEa9t4lmUS5z0aL+OL+7KDBLn4M7tcohn1Q2SccAailo6hBVLvIvbblaBNoS46D/HTamdPjB3jvyfU2s0FnasvpA42kUb+B2rX/sqdcNE5Mziu938NIssi2KL+Y720RYXL31Gy1m2WsfduZGPaf+J5Wc90g/aZHPDPJCf3Cx7tBOLNwJ5pk5Nm3EF5RrWjVNXjxFl+mhiVyaWhGeDCdfhjg1BZZ5oI7nJaZfzHEpHCvMZrYMwAs7xVcFBMZXpaoozJZVN21jLWOj5oCXg+rZMQxIqJaY1nbL2fAhS+fU3tul8mTdJsbkvF5XqT6nlzKa+chXik64D86k2HxAQEBAQUCuku6WlZdrfwdjYmCPeP/IjPzL31gXUP0pVzy0HuNSiFuyLGrHhf/WsyJotqloNIMoQZyOWkC3qJ1b5le/qMYSzIA2bu5Ucgc17lLQefloJES+gxN8d/K7I2UN6DuRwyx4l7d/83xqTyzXrdog89J68y/W6rSLnjqkLt2vnmMhN96gi+AtfV/JKO0dGRDbuENn/mFq6H/3nIq8+JfLS43nBMeLE9z0ocvJFJWy3Pizy5P8VuXwy7+qOQvidbxJ5+suqxt17RWTHrdqH489rG50qdZOSfQv23L5P5IVv6Jy5/qVFttyspPrcoUhALXK5xi37zGGRFdtFJogLHRPZiVjbcW0rZB1CRpy4uSATH939trw7NO7qcVEqCC4bCSbmZnNxZL/INVzKo3RKkJ7lXXrcCeB1iOy4rdBdHBJ/4ZhIj+eCT0z+rjs1Rp9+E+NO7Cwx69YO50EQxZLbuKNCjyifgY2O48+JTHhpyiBde+7zUtY1Te2j0wEY0Fh3J1CW0vYcf0lF1lxdKVV2B6aUD8YO59OtJalMV1OcKals2r82WttssBiYG8ahEiRqJmXtagtSJdXPnHIvxNXm/bkvF5XqT5I4XlI5pdZXrkJ80nWp07oZWOARU0W1+YCAgICAgCojlZtF4PWHP/zhyf9//OMfl5/5mZ+Zck57e7vceuut8v73v18ySa6QC4i+vj7p6OiQ3t5eWbEipqYbMP/AunHqZfeyNZHNydFrN2TXymWSsfzHlVIVtny5KGsjPMaSd+TXyFJKrTXbbsnngz55QIkW5ACyiNUUqzWWVAS2sFqjLu3SX40qIV+5QeSlb+qLNlZjCC7kzymGt4rsvE3T/Ji4FH18+D35F3PIFuQfyw6EFzJNfLH7PSPSf11fjvmO1FdYp9k4gGBh9YaEOiv0sFrabn2jXvedz4v0YDEmXVQuyqM8puT8Nd+vY0IKMcYIb4MVq3UMLO8415CyDDL73b+P2p7Rl2SIhFN9z4nsuEOJI3UffsYdn2hdLkeb1siu60clw8YKY3jz/Vo/Md1YQlch1tSvlnAsyeCuN6t1i/VhVmAn7JbWDQLGnxdwSxkGaXZeA+QTH9GUYbQbiz/tYVxoJ2PPZgZrDF9a2ums2B0iY0N5aztWZjYm+I4xYMODuYAIMEeQSFKQ2RpyVtwozRyifBY/TnmsIcpzOc03FpIuuwfi1ny8JegHmwusCyzZrj992qbmZbphw3rEs4FrnOX/pNZpY2OI308FlsXZiTNNTEzI0aNHZdeuXcnPeL9sxt3lsM9M9VZgLuZ6j3vPkCmoYJ/Lqp9NGJfrPVpD8bmfKyrVn9FRmei/IkdPnZFdWzdLhrR+M+bpjtU3m3mIlxm/jjXjSPhYfm2XUlbA7O/VgEWHMKf1iTCvixul8stZWbo/9rGPFaiT+78HBMwaniouRHv3ahSxq6AqzIsuasFnDuWFwHxAZrDC8d3m6Dx+T0UuxAazBq2I3CnJ5QywOPOBkEHEtVB9OYXgQjrApl2qgu4LD+FOby/iRrL4YEGFxAGXCmxC5MrZ/HVYQWm3UyaPLM6QLJciC1X1q1FO8QlNJzaJlJ5LG0hZhhUc8z8bB6ZozvcQb9emaLx4AcYiRboyHxB9UkKBLbdouy6fVXd75nVZp+yeuJq3sA9cj3J0p3W8+KxYpX2kTTY2pl5uqa/MuuXc0z1lb0dqI0Le3xNZh7N5ITybf/polmSIq682DxpJd+VZ0NgIgZhjmTegzA5YH5B5HybKRpl4bJhlm3HDWodqvInF+fCVoTNeDDnXMQ94XdgagKSaUJlL6xZZ+k0V3JTPs97YFLuf5iDOxMv77t2R+nYS/LJR0k+Zm73XP9sQmOs9Phtl7WoIek1XP/fe8s7kea8EKtWfpibJrN4guxFiLLe+chXOk65zqf6i50W1FO+XCGa8VwMWHcKc1ifCvC4NlC2k9tnPfrayLQlYevDIJw4XN0bHCxXvF0pVuJTzks7xj/kWUL8/cceSeLy59RkLuo8pL6aodXsx4EZi/PIpOymutOCc6HvIerG6rG+JZXluzEbQvY2NXC4rN6TBhTcXnOfPbbH6kubfPxeradIxPzbefR/FE0+eE30fVwVPakMSko77VmU8AeIotpZLUYZOOsf67vc/aWxmU1eJcPfqjRulZaeotnL4fCuT11r9FcKs5rSS41Dq2p5NXQGVm9eAmkOY0/pEmNelgTkJqT377LPyiU98Qo4cOeJiueP4yle+MpfiA+odMfXcM72DLldsJlVhVWFzL3du0Cl1W/bdyw1mnSxXfXhSkbopEmDLijRG6uek4sEdnNhw2uCs0bidN6v1FmEpXKYhys4dN7oOy6W5c2IR5oV0kHRcqJAjNNaoFlgsohBnLKFmRaY9XE97TECMNmFB5XfKp17Gp61F458hj85VfVwttLhLO5Gx0by4G7HYTsgsEh7DzfTc0bzw2qQAW4Nk041ypmGVdKfPS4Y6KYef5gqPyyNtR9SOPtN22kD7sewP0LblebdqV35zJBKXiq7DJbxV05dRPtc7EpzOt92VG/Xd1MCnUwWHhDNWvkDZZIxrwvzTnsl14JVr7v4DvcliULbG0wnu1/Sh2D1gLre0k7WEQJn1k3Yn5eGe7f1URBQLzY4zZ864/L8zuqzORvm6HBGuhVbWXuj6K4RZzWklx6FWFe/rBHOe12IoVzAvoHbnNGBBEeZ1aaBs0v3FL35R3vWud8mmTZucqzlx3CdPnpT+/n7Zt29foshaQEAB5kNVGNJkIlUQG/JcQ0w27dZ4WCPevqpwMdXz+Hnxc/gdRW6EuiBZlseZOGaUmq+cVxExiBUxvoh6QXovHVd3ZtTHEZ0iBy9jwrV9F1V5G1JJLDOECtEyiBYxoyijI7aGAJ07llIRJ4TFcE/vWKfx3/Sbl1V3TlpdNhEto52vPimycq1IGvLaInIekTSEztaqazrn8eE66j7yXN6tHWKOkvrN92necMBP2oDoF27my1uVZOOOj/gX5JB4eSzCkGDGxeKtqcfFyUdrgnNeOalk34m0sVlAPOkq7QvEFOJJvLW7FlfzyM2euG7c5J0bdpQbndh1E8zjJ4rzfM8GhlntIfyUy9Iwd3pfxClpfUDEifFmk8LU5rnej03l/LgYFGs8dSYSE4yp1xNzb/dAkip4LnLXZ14pm37zO+0z0l7u/TSdKBb9q/Q9Xq4I13w8Q6bDQtdfKyh3HKZVvGdTb9nSHdNaRbn3akBAQMASR9nu5b//+78vP/VTP+VyQIIXX3zRBZB/+tOfljVr1sjnPve5SrYzoB5hqrhxa0alVIWx4BYol0+IrNul5Ap1cRPtiqsKm+o5x3345yWdQ5wvx2i7S0cWuYF3bRLZcafIxRN6DOLIyyQppiz+l7ho3/JOjDjWgwms5U1KPiGMWLJJaYa4GEQcguss05GnCVYHNhd4+Uk3qaL4XY+IrN8WkcvIKkxZe18rcvoVvQ7Cj5DY1YtaHh8IJ+0zMkrZF08qmTdVYRdDPirSc16/B5yPovna7Wp95uXMKY6v1bGBIFvKNY6b2zoEGFE32slY8PKNMjcEHdE11gVWMATlULj385QDs4SzgYF6OmNlbWIeUIjf1J0no04V/A7d6LA+Qlz5HrVwE0Nzx8f1RRMLT9LcY3Fgc6P7nigeGwGxU/p/0rlNWqa9cgyQfL8ud95Y3o096T5hPeD5QKy4tZ02IILl6xCUcz/RtvhLdbG2V+Ien0t91X6GzISFrr9WUO44JF3nntPbRbq2TLV6L6UxrUVU8tkQEBAQsMRQtqV7//798td//dcF8QipVEre+973yvLlyx0h/8xnPlOpdgbUKyCHW/dJqv+KNI2dl9TaDUocKvFihUv5lBzdCJrtVlK8ar26ZiepCkPaIL2UYa7a8fPi5zghtbNKZlHyHidv9nK19mKB3PsaJcu8SBopw5rc3KUkCvJkwkFYfq9fENmwQy2yZsVmowDSiyUba9C3/rfImk2aqsq5ey9TsvzMl0UeereW+9T/FbnjDSK3vUGt+yhjQ2Rf/KbI2s1aJuSU62gb/cKqDAGFXEOCOd/yQWM9hnBCtiF6WMix8lJ211aRvh61Mu+4TVIbb5KmwQlJZdZqHbSdcYf4X7mgBJkxcDm5zWI7FinCk1/7mrqXQ8KZA5ffPCKo/I7HAGNjLqe0jXZS7p6NIiP9miqMc5kLxhirOe03BWYnBhfNId+z9xEnwXERp2Lrw/J0M17MG/MRd/X2y+EnY4wl3AThLI8119l50X0y6dLJOJkbe9wtnTmP93E299MMolipwevS1NTknvclId72eJvKFeEqtfxqY6HrrwCYy1nNaSXHodh1YBGPad3Mq4+53qsBtTenATWBMK9LA2WTbsQ5cC0HPACuXbsmq1atcr+//vWvdynDAgJKQlOTpFdvkJ0zqefOFsWEsLCkQHQgc6iVz6R6Ph38c469oNZiPgZcw00V3GKWIWQOKSW2EPBJS+t43moL0cT926xAfeSgzl/qLMSQUj52Dq7sKKIbGXPp0UZEnv1/egw1burEA8Cds0aJM8QTooqhgpdcCB0kztrlROCyeTdtFycejaVZjiG/kFH6h0DbyIDb49g5MSBy7rg3ZpECtymAUxaq42xO+BZnI9d+zmfHiC3VW+TKTjyzba44b4Fc1BcvFRuk2Ig0ZJR2GniRtzlkUyGu0F5MxKnY+uClk/Omc7W0ciY9FDyF9mL1+erRtJO1AeKq4JQV7+NsMINQVTo7ITt3evnIS8F0yteVECOrhjL5bLDQ9c8R6XR69nNayXEodt0iHtO6mtc6Ew5czKj4nAbUBMK8Lg2k53QxLqIismPHDnn88ccnjz/33HPSkCTkExBQBHhKXL9+vbIqq+UKolWyPuKPDRAjX3DLXROR28lzGpJFvuKCKXyPldcwuent7X7juh0XHaJ835XTyJrfLif8Frt/KQcL+WQ1CbvsiKrFxoHpvJ5uKVQvj7fB2hjvsz921lZ/HOz8grJiZduxeF+qLYxVajmVFKCazfdzuDaXaajsvVonYmSLGVV5/gbU37yGe3XBEe7V+kSY16WBijDj97znPfJDP/RD8pM/+ZPO6v2nf/qn8uijj1ai6IAlpNx44cIFF5pQMUVOE7xC7dvEsSCXkEKs3CaINhfFVt81mWNYcbE8Yw2mPqyXuApzDW1xLuT9Ii3L1cXaKWoTg71Shcaw8GK5xU2Ysoi95nvKJ0aal6feC0p621aKrNuhLtuQd8pywmYrI/fi1uhnu1qeae9kHu5V2l7OwZWdNnIM0s74kGMY0k69zoU8cnnGssx4QmxpC+3g09qhfcXa39ASXTtEdmy5kGqT5S3LJOPcptt0HGgvYQRY64lRTxI244NLOHHlEGyucxsQjdFYR4JotKv/ih53AmMp/d2NR3OhqFiSEJM/r/ST99P4noKptTOv1y4VV+u1stz8R/WTL913/2a8rA2VFKAq5bpSYGUTChF3eW9ukWxrh1w4ebJy92otiZGVq8q8yNWcq/L8Dai/ea2le3WJItyr9Ykwr0sDZZPuP/qjP5r8/6/92q/JgQMH5Hd/93fdbs0b3/jGgu8DAhYEuP9uv1Xk+cfyrswSEaodD06N456tYuv4EZFrF/NuzAByiAs5Mc6QUtyet+zJK1OnGlRYi7JQ2z78tJI8YpH58OLOdbzAbNkt8txjKi5mZHnlBpH7367K4MRNv+btIk99MX8O7aS+W1+nKckoZ9Mudd1GWZ2fCIgRd37hhMgr34lculOqpo4AGpsCAKXx80eVQNCfkRsiex8UObpf5PLpfJ9JIXbLa0WOPq8u3I5UsiFBbDYK8VmRNVtEzhzS/zMfYPs+FTeD+PvCZjamkNWtt2gbIOZ8z/UInzGG/O7GvEFFlyD65l7N94wFInY+4Y4LMSXNK+PMZoOJxTE/qMOzqdB7ubhab7ws3OxRsu9Yq31hXtk4QIRtMv1YJCQ1RQ24RAGq2V5XCrgW9XlfhBCwQYKQYKXJZDX7Mh+qzEHNOWCpoFbu1YCAgIBFiFSugv5kqJcjBrBiRWSBqjH09fVJR0eHa2ettnGpYmJiQg4fPlzZ3JNYn069rIQSaykCU1hYXcqjnIr3lGrFohz/JYPE4oefUavsynVKBiHbWEF5Qd+4S62dVp/LD03KLso6qOej7I34GOQRpXUszWwScF3LCpEnv6Akz3J+c6vywZL92nfotaiGY5kmfhuiCvGEvGOx7ViVF/nCKgxRJx0Xv594SeRGnwaYmBWWPrUvF7npXiWqWOxd+quRfN7uvih+PBupa2PJ5TvKRp3cVNsh3stWycTqzXL4/CXpHjwnGWLdiUt36t4NOjaQ45tfo2UnCZvRVvpLW5IEy6YTXjILfzEhpqR5NVA+myKMw4VjupkSd1NnHGwNxctiTC6f1Lh09gZWR+Q/shZPWXsFltJZiEaVe91MZdIX1lpcpC2VkolNN8vhkyernPt3noWzplsL/jxX6rql8PwNqN95Xch7dYkj3Kv1iTCvixul8suKBl5ToeFLX/qSvPWtb61k8QF1DDZr2tvbK6vI6SutQtYs1tgEtUpVWk1SbMUlG0LnyhtVEukUt0fV3ZtUTqSssvowtkLOEb/CdRu0RjHSkG82ASCkEEssv/09+RRj1m4ThsMNHSsq148O6AfLZFfMXZ60X75QHKrh4OCTmn87CaTiwrq8bpv2BQdxE+qiH4wFoL41a0R6zoqcO6LHUII3QNj6r0hq3XZpb26U1LnzU+PTIaFXzqoVfeOdycJmBr/syfNKEF6azpthOiVeiL8j2bhVx1JwFVMh98vCLRv3cusrRNvi55NUfistQDUX+H2Ji7Rxrw5er/y9utBiZOWqMteJmnNVnr8B9Tuvi1w4cDEj3Kv1iTCvSwNzElJLwre+9S15wxveIG9729sqXXRAHQNRvi1btkyK89WU0mrSeZYTGhCH7f+Mf++Xk6Sobu7PAGu8++m59Tord6TqPXleFCc82Ybx0vtnebGLge8T+5xQn39eQhvS4yOypTU9/YMG6/tCoJT1Ueoaip8XHwt/7EqpeyFRgnp5xe/VhUa5z4o6UXOuyvM3YMER5rX+EOa0PhHmdWlg1n9hP/3pTztSvWvXLnnTm94kX/ziF91xxDrI0f3www/LM888I7/8y79cjfYG1LGIRE9Pj/tZMZjSKoSHuEsEyvhpBMhXYsVdjlhiUjHhIs7v8XIKyiZ2OxUJf41rfPV4Vn/nuK/EbW1wOajH1bLtE3REurgGcTVAO1AKJ4WaEx2L8lNjAecnBBxXX1zVKcel1xop7B8WdeKQiQnHsm1pxEAxy63/vfUZKycbBaQ+IxCF/iFwhqX91Cvq0k68NVZ92odLLe11OaJbJDsyJD0DQ5J1QnZFIll8FfakucD1vtjcVFuJt1wV8rkoqAP6TAw8wnRnDuvvpWK6tVwKZmhbNtNQ+Xt1oVGLKvKL/fkbsOAI81p/CHNanwjzujQwK/fyz3zmM/K+973P7ch0dXXJN77xDZcq7O/+7u/kp3/6px3x5uev/uqvyrp1wfUooHQgLcBL38qVFVQ/Jc5s7IhIz2l19TWgbI3wlsUBzySElKTYSow0ZBNSBPG0uFdiqsmFbcraYvm0r2sMM3HfsFdc0IlVdgS1VeO6L53R2PMbV0VWb9ZzcaumbbikEx8Mmdu8R0l5/+W8Mjsv9yZ6hcs3MdaQeWKhAfHJ971NZNte7Re/9/VMHTOO873LpX1K5NUn1ZV+0s09pWNJLmuXpzursdzEQF88GVny2UBY5vqbuzguPRNtstKu6eTchkIXeATeDPG5gKfjgu5U4NtLF7eqpBJvKefEyzJF9VIV1H1AluMiZibANlPu7UqIes0wLrnWDuk5ebKy9+pCoxZV5Bf78zdgwRHmtf4Q5rQ+EeZ1aWBWlm4Uyd/5znfKlStX5OLFi3L58mUXt/3+979fli1bJi+88IJ8/OMfD4Q7oHYAUbSYVAO/Q44BVsA4SQH8znG+N8XWuPXSichEQmLu9/Hod8+l1KzspqJNXPTOu1SgDEKMlRrCjGWS9GAWMz14XYXVIOHET7vUYqiXrxXZeYdasrF0r4iszFYn1mTaTYy570YOwUblHIs3RB4CDsH2we/3v02/J6b53DGtf3IsWyNF7rP59GOItvVe0b7YmDJOl09p/U48blhkz/3aTtTTzeIN4b7zEe130lywaUA5kE82EWyc/bmZC4rNq6/EW8o5SWWZgjpkGbX16RTUfWDRjhNuwO8cn87iXcpaLgWl9rmeUG6fl+JYBQQEBAQEBFTX0v3888/L/v37pbNTX7hXrVolH/vYx5wy5l/91V/Jnj17Zt+CgIBqwaXfyurLb1yFGRJkBLcUISSshCgRm2IrrttXzmne6lXr8rmMIdEcR4W8a6uSJZdD23cnFyWhLv90k36HezoWcyzkzjraonWQjmvrXrVoO4XvZpFLJ9VivWyFiq+xsYBlle9RDz93WFN6tccUFCHekC9INdfTdn6HHGNFZpxMsAz1cKzrLt1VlOOcdkGayf2NaNtIp+Y7Z2whg2sb1WoNYed8+mOK6wPXRfa8VmR8OMr3vVrPNcJt8+XPBeVaqjXqRpzMrLWVEqmKz2uSEm8p5xQ7byYF9TgY9zjhNnCc7+Mic9UQ9Zquz35oRD2h1Hmu1HUBAQEBAQEBSwazIt39/f2yc+fOgmP2++23317ZlgUsOeVG1O8rqrI6af2dSFRhLknkyD/HV2w9e1jJJa7gSYAs4gqMqzBW6TiweLv0VxuUXEMozbrLhzZiyYY8d0bE185x12P5jvKAA1yYsSRDrCHiICkboG/9hmAnqYIDE3xDfbs1cuse6M+rp2PZNkIM0TeV7vXbNf93JPyWmhiXjkxOUpDmG1G7IPe44McRn4+4+NgUcbKx+VPiLVWtN+m82eSDTxLaK/X7Sot6FelzVe7VWkEtqcjPI+p6TpcwwrzWH8Kc1ifCvC4NzDplWPyPsqmdNjYuDsGYgNoE62jDhg2zyA3apC7O01mT5ipyBPmF1EKc4/VNJ0aGlRqrN/HeEF/cqSHRkGZnEW9Ui3YuEjzjXLsG67KzyEfnEO9t8eFYlWmDE0sb1fOxpg9DelMqdoYVGisblmTOJe0Xbee+JaYaK+XR59Xl2bcyx2FpylyOc9pNPHmzurrjTm6q44yDub5D/AvGNSXpdEo25AZEcmwmNCkZnyw7NqeQd9twcOUkuOzOZv5mu15mi6TywVzq9MemlO+nG78qiXqVdK8GVBZVXsvzPqeV6k+17/FFjnCv1h/CnNYnwrwuDcyadH/4wx8u+Tiu5wEBpSo3ohOAAF9i2ppyBKLmIpSFkdjcuxt6p9ZXTIwMkgyx7b+uVmrE0HAdJ2+3pQFDBA1LOYR1U7dWxnXnj4sM9ubjnXmBJIb62PNaBi7dR/ZrHDfK4binEzeM1fjUQSX4uLpv6RY5+YrIqQNqEce9nRfSHbeJXDkjcuw5Lf+ON4lsuil57FZt1DE68lw+rpuYbVy+N+7UjQH+DyE3tXYs8gCBOeobHpBs3zW5ODwh63IDkmazAbJP2UlzSpnXL4qs3qQibWxEQOSxqLMmcEtPmr9qCYpNh6TyU6fVEo2bf7l1MjbEgSe5mHPcxq6U8auSqNeM92pAZVHttTzfc1qp/szDuCx2hHu1/hDmtD4R5nVpYNakG6G0Uo8H0h0wG+XG3t5eWbs2Im6zEYginjLJumEiR1NezGIiR/FzsBZCuHlx862tfn0mRoY4mRFvSCKE+6a7REYiV3AsMFivzx8V2bCLR6tIzxktqyEiQS69VqPm9sZNmzIg3BAvrNukfUJAjbpJN8ZLMcSWmOnzR0QG+kT2vkb/j4Da5bOR23tKCSDx1BBeCJkphWNhf/4xFUJLsnhj2cZC75M3Sw/G+DU3ifRd1nJQUyd+nP678W3UzYCJccldOy+96ZWydmJQiTjH+Zk0p4w1Y45auYmPrdmaVy+3uZhJpKrc9VIqkspnzbhjYyJrtuXbOts6cUVHpTxJvXzPfXlX9VLHrwqiXtPeqwGVRbXX8nzPaaX6M0/jstgR7tX6Q5jT+kSY16WBWZHu06dPV68lAQHFMBeBqHKEsiA7zsLdMH19cTEyyA0Wbgi3xVNj+RwdIf4isr7k1HKciVytcTnPjov0XtZ4aKzJkCUsmqTrGhkWWbVWyS4Cba1tIlfOq8CZhXr0Xcqn6cLiTKoq2u/KGlPCRkqynnMi67z0XC6X98lk0s1xrOLrdkT9HtP66A+ibje/Rsllc4umPqMPuLablRbrOpZX3NGvD4l0kqKtQ9sxnYCdyxHenC+L+UJIbjZiZJUUFCu1fF/0zRd8K6dOtADYdEE0jfF2sf8bC2PDi/UxafyCqNfiRbXX8mLtT72NS0BAQEBA3WNWpHvz5hlyxAYEVANzFYiarVCWi+HuLa0+X4yMGG5cyn04a2NORdG4Dssz1uhIaMy9IELKIenE5KYyajXG6o1rOcik1SUdV24A+bXrzRRN7LZTK8c6nYqE2jpFxlNKCIuNFXHZSeA4bTJ3dztmZZEzvGNVVGZENiF5vngcBBuiPZwWaV+uvye1IQ42O6yscsTIKi0oVsr1vuhbEhmYbZ30t5hK+UzlJY1fwOJEtdfyYu1PvY1LQEBAQEDdY9bu5QEB1QACfV1dXcnquXMVRJstyq0vSQQLt+PJ75vzKt8GrOMcj5/vl8WxeJ1cV1B2i8hQROr9c+IK5vFyWtqS+5J03I/1xMIdh5Xt1cF0drU1TxrlE9tQ6Tmt9npJut73iogLvlWiztmWV+n6Sr1XAxblPM/bnFaqPwu4/hcTwr1afwhzWp8I87o0EEh3QE0A8R5e+uYkiFYpxdvZ1OeX1dim7r24BGO15hjnty5XQTV+YqEm9hmrL3yY73EH7sIqmVOLNq7anNN9r7p4t0Yq5oieYTE3wo1bOEJj/MSVnJhryiJum/8jbEYf3Ht0WvvKdc4dfEJJtMV4x/vTvEzjvXGFx6pN27ge13H6T39IDcYx6nfK6iunjF+al/n25rw1GKs4ln2uc/3PTM2hzot/OaJf5ArHJRtXf8aJucDi74N6qStJkb5UJK0PE32jPl/wrcIiZtO2oZr1lXqvzuU+dKEJA4tTibpaKtrzNM8Vm9OZxsaeQ2RfmEt/FnD9l40FUFqv6rwGLAjCnNYnwrwuDaRyRO8vEfT19blcpAjGrFgRpWEKqBnlxrNnz8qmTZtmoV7eUCHF24RySjkv6RzI7MtPFKqaL1slcvsb8qJkeIYff04JcFNEMiHWF0+oCBaA1JLDG0L7/Df0nN33iJw9qi9q1y6o0NlNd2q8N+nAjEgjVkYaL4TTjBBevSCyeoOSUr5Def3+t2m8dLE+4yKOyzwviC5eOSLeW24WOfWyCr6BJCX0qKzs+Jic7RuSTU1ZSVNe16bC+Th3TIXmDBAvhMRm6xoNifbFx9j4YDx23One8yfHdIq6eBlrqKh6eQXLL7cN1ayv1Hu1nLazUcIxX3l9HvqyKOZhHua5InNaatvZEOO5NxkiU+VneS1gMd+rATWFMKf1iTCvS4NfBkt3QE2AvZ+BgQH3s2xBtEoq3s5UX1JZqHYffU4tnSvXKSl1ObibRS6dVoVxiOCFY6r4DZHlel5ATx5QwoZaN1ZqCBzXoEx+76Maz33tvIqqQdZ5WcO63NujhJrfrZ1YfLEg034srxD0tVv0ZXfzXrUoYwV3Im+8ABdRE4dM732tCqcRL44VnbhuYs2xkLuc4w26IXDiZSX7FnsdjV+u/4oM3DgpObw913bkFbVN7dtZtYkNz2lZjB2icgjFlTq39Deu9s2YMv7nDovse0iJMMTcJ8TF5r4UFFsfYC5rdDaoxD1RjXt1JsTXGp4HbhMpK3L5lK5l1sliUKKeDxXteZjnOc/pbMaGe5C5ZmONeS63Pwu0/meNBVRar8q8BiwowpzWJ8K8Lg0E0h2weFCKIFolFW+nqy+pLFyxseYCZ71uLxQaw3UWIovbM8BlHNzoVaINUCeH4EKkOZ/Phu1qFSIVmAELNedZDm2A+jkWFUc+cyLLot02O4fqUBM3y4rf52Jjw4ssecFJQUXfzhycOm4GrOi++BfjB7knd246myfccbVvNgjmovZNvUl5rS1+nvEnBr1YuGq5asfF1sd8qibP9Z5YCMTXmlPwj6yerAnWBhtYi0GJer5UtOthnn1wL2J5xfum3sclKK0HBAQEBGiAVfm4ceOGy8X9Az/wA/L6179+8vgnPvEJGRqKSERAQK2gkoq3SecSq2zwCebk98NFlK+968xl249F5pr4y2v8mJVbcIwY6gTrSlI/Shkb2j8din1vhKpaat+ltCuoHdcO4nMxZU0WWaO1iLCuwtiENRIQEBAQUE1L94ULFxzRPnHihOzevVtefvnlye+eeeYZGRsbkx/90R8tt/iAJQbizdavX1+duDMT2OrH8oLA1vKpAlulKN76QjgIpeEi7ZPrJBVyH7g8Wx1cj5u2E1tritzMW5Vw8B1x2AieYaFdvlotuTvvUIs4cdCUYyrZkFos4bia40JuxJ3/076hAXUpp2zagDUcN27aS7m4XVt/2DjA8miu4y73N2Jvjcnq7GbVtxjNmECZm9c1XZIe7Cld7duNQdSuUgSHirUradwXs9pxuUJMFRZwmvO9mqTEX/B9w+KZm3pYV9V6/i62samW0NkCjkNV/64GLAjCnNYnwrwuDZRNun/5l39Z1qxZI1/72tdc/m4/1ci/+Bf/Qj784Q8H0h1QMlg/nZ1VEJTxBbYgo72XVEV8512Ffh4zKd7GhXAghgiV+cJPlNsWuXzHiSACYas26svc4Esaw23u1bh8c7znrJJs6nAq582at/vw01o/7t24lHffra6Z3HO0ezTK333jmsaCX7+s9Vt8NUrBPWei9i0XGetR8j48pG7j5CSnP5dOibS0qqiVxQD2XxHp2qJj09weKUwPxgh3m44rmwNm+cOlfP0OSS3rlM71m0VO9Zam9m2CWmwImKt+VFZRwSHGNd6upHFfbGrHMwoxzTAuc7mumvdqXHma+WedsXnEmmBt2GZWrc/NYlTRnq/n72IamyrcJ7UwDlX7uxqwYAhzWp8I87o0UPb25z/8wz/IX/zFXzjCHceePXvkhRdemGvbApaYcuOxY8fcz4ohLrDlYodXKik+tj8fN2oqssWsGklCOFjjeBlDbdys2hDIm+4SWb25MB83xG/PfUqCIcAQU8ixD2K9Oc9c1Bshv1i8G5UAI6SGSjkW6fPH9UUNCzYK58R3G0mh7GUdIh2r1NLNB7JNHDmEnu8h5MSMx8V1IPoc9zcMGCMs8ID2oyxOOw2cC+FesyUfo+6JBGWHh+XYmTOSRXjNt2jS3nXbldCbZRPiz8svCue+B4EJDjEPSUhqV3zcmVvmOG5VnWnuF4MQU7FxKfe6at+r8blg/hHhY77YBPIJd63PzWJeV9V+/i6WsanSfVIL41CVeQ1YUIQ5rU+EeV0aKNvSjSz61q1bJ3/3Ld24lge1zIDZgPUyOjpa2XWTJLAFSUQZmzhfSCYv+TMp3hYTwoHIoujdukwJg6nnbtmrdVMH9WFpNaszx7FId21U0ku5XH9kv0hHlxJmrNsAlfOLp0U2dUfpwBqUZEOcsViv2aS5rumH5bqGZOMeDsizTc7v/usinWvUuo1VGoE3yD3XcS6bB+6anFrqSSdG2yxvNnWbIBSKw7hdWv8oAwu3T7gNE+OSG7im88qmwkxq38wVFu6kePiZRKni7YqP+2JSO66UEFOVBJwqcq8mzQWeFJN5uhfJ3CzmdVXt5+9iGZv5EDpbwEwDVZnXgAVDmNP6RJjXpYGySTeE+5vf/Ka87W1vm0K6v/71r0t3d3dlWhgQUC6KCWxhhYZ4YmkgtddcxJIgphBuP680L1K+ine8TbwAYbE28H/cqvlgLadNWHyvRXm2ubUgrQ4RGabtkGPyc7s+EePdqGXYRkNulRJ4yLapo2O1pn7LkWsvm/aT43xvJNq3oBsgstY/3PenGx//u5nUvinLXMpnKisJfrsWs9pxpcS6al3kK2ku/E2SxYTFuK7mC7U+NvN1n9T6OAQEBAQE1KZ7+Qc+8AH50Ic+JN/61rcKjj/77LPycz/3c/LBD36wEu0LCCgfpQhszbcQTlKdfu5oc0E01/f4/w0tkWU9Dt+F0QmgJbg0JomYxa8rtY+VHJvFJrw0Xyh3XMJ4BgRU7/4KCAgICAiYD9L9a7/2a7JhwwZ5+OGH3U/iEbBu33PPPc4KDvEOCCgJo6OS7r0sm9saJI0C91xj6OICW0kwga2ShXCKOIXMVggnqU24jeMaTWw4BHugT4W/cF/H3RvrM9YWrM58+I4XQdTYEZ7ygSgVlnws48SNE8vXuiJSQm/T9lIfFm/E2EzEjJ/8zneMP/OAtR2X9en6aGOTzWm+8euX9Ce/ZxokvWyV031w6rmUi/Uei/a1S/q7f4xrinlBxtuQVFa9Yrbrz8YGDwrmP0lJfw4CTszl5JwuBSyBtbbk5rRaz/caw5Ke1zpFmNP6RJjXpYFUbg7BPiMjI/Lnf/7n8vd///cuhVhXV5e84x3vkJ/4iZ+QlpYSrYjziL6+Puno6HDx6CtWrFjo5gQUVY1tqIxqbFy9PC6whWDXQrQz3iZeiHixQz18MHKvJlyjc60S0bOHlHgTh00s952PiFy7oG3BfXzjzsLyIeiQBFzKTV38/FEVYsOqzjFIOMQdUm8Y7NNriTm3x0IpY3X2iMjzjxW6hkP673hEZNOu4uNH/LmlGjOwUYALftz6749ztddMLaLUPsfPMzV4X2W/3seqkliKa20pIsxzQEBAQECV+eWcSPdiQyDdNQYsRqdedi+0E9mcHL12Q3atXCaZdJQKC+GZSgjNWJ7uYgJbs2lvpYRw/DZRlrNkZ1VZHXKN0jj1uZjqKAaceG9+hxQT921x4Yi57X2tnodVE1IPSUAcjd9RWHdpyHKqEk19WLZxUScu3JmXUyJ9PVq+ibKZkBokvdhc0I/9X9F+kAOdtGxY2sk93tQiE3c8IkdPn5VdmSHJ5DyBNMq/fFIt+xAYXzwNS761Kz7O3pqZgkqumVrETOuv2Ngw1uMjIut3qlDdHAWcJiYm5OjRo7Jr1y7J+Cr99YYltNaWzJzO1/O9RhDmtf4Q5rQ+EeZ1afDLsoXUAgIqrRqbxapbadXYUgW25lsIx28TVmms3K6OFv1AsK9fyOfxhoBePJG/Hiu4AUKF6vPm3VpWyktpRjkQb3Mx5mXSLHSkL3Ppmtbpdfzui7IBI8PF5sJXiMc1nQ/Aes3xq+cki7W1BTfnvNii2xBgkyE7oiTfj1v327UQSsO1ipnWX7Gxsdh+CHcpwoElYEmkIFpia21JzOkSFDpb8vNahwhzWp8I81r/KJt0f+QjH5n2++bmZlm/fr287nWvS8zlHRBQ8+rK84WkfmKd9F/w4+fEyYAptcfP88tJus7OL3cuiinET34/ouQ6Dr8dLm68sT4UuRcSYWzCeAYEBAQEBATUF+n+lV/5lZLFAX78x39c/viP/ziIeQTUrmpsgWthkwqbleJamHQdiB/Dejvp4t6q+bbNxT2pn1gmcesmdzHElbJWbxBZuVFjr4FrY2u+3GMv5NORufRhkTV5aEDjxs0iTSz1coTVWvN1FxtrvA+oz1muhwrbXZJCfLNIGiIcI97zoZZe7pwuVljf8WqIhwg4Ab55up8W87j7bWe92xgmYabxrPY4LOZxDggICAgIWGIom3SfP39efvEXf1H27t0r3//93y9r166VS5cuyec//3l55ZVX5Pd+7/ekp6dHPvWpT8nHPvYxp2j+S7/0S5VtfUAdqMaec1ZPPI93rGzPeyDPp2psoojO2ZnFkpKuS52eKgQ2+GKyQNnuezW/tzcOk4AooTr+6pMiYyMqMLZhh8jTX1QX7oHrSp67Nojse73IlcsiI71aLoJmuJXzf4g1vyO8hngaGDunqufbbsmPcVIb6Mfxl3TDALfk3NHCdvtq7L5QnaG5TdKrN8mOlSLpC4cL47aJKe+/opsDRgonx34mtfRYO5OuK3dOFzPoe+qM9ps1Y2Cu122v2P3ERuqOHTuSN1EX87jH287mxfWL2m4yCfiY6flU7XGocPnTzmnAokWY1/pDmNP6RJjXpYGy/8L+zu/8jnzf932fs3jfdtttsm7dOveTVGIc/+hHP+rSh+GGzv//8i//srItD1j8wCrDS2Jk9WywFz5TB54Pqw3WovjLK+B3jhdLD5R0HS/pxF33nM67dWMtO3lA5NzRQqswJBUFc4TIYuOgZTVonDfiY4zLuh1KgC+eErlxVQk5cd4XTooceEJk+YrCa3uvKPGCcEO8W5epNcwAiWcjwOK4423Awm2Eu3NNXmHcbzfA6g0Jj6dBM9XztmXS0NY2tX9YD7u2aL/ihHu6uU8aq/h15c5pPcAJ2sVDEcZmDgOYJRqSrL+LedyT2s66RPXdUueVukarPQ5VKj9xTgMWPcK81h/CnNYnwrzWP8om3X/7t38rb3vb2xK/e/vb3+6+N7zvfe+T48ePl1tVQD0Dq8zWfZJds0UOD4r76VSB58sqVopYUqnX4dIL0cWlG9du0H9Vj5G+K54oIBIa88dB1m5VF27KQskcwTSszKTg43dUzSG8WC8h03wun85bmiHHCLDhPt6xVq1xXLNpt0jHKrVQb9gp0rVRLe9Wf7wNKBi3tScLb/ntBpR511uUfG+/VX/ye9cmJwxy+PBhyZKazO8fP3ffp+f7x0qZ+/hYxa8rd04XO+gXHhZrtqn4Hp4N/OR3jleo35NzGo/VX8zjXqzteN6wvjpWl75Gqz0OVSi/6JwGLGqEea0/hDmtT4R5XRpomEuO7mPHjsmdd9455TuO8/1kJQ0NsmYNCswBAQnAYgS5bO/Vn/OZsqZc8alSxM/i5yW9KPsWSF89Fys3Fm5cyO28SbdX9spymqN7Irp+NCLdlhqMOGxzJ+/nJTx6EW9dPtWF3Ie1ATVzLOZ+Du1i7S5VIb6YOnA5isHTKQ0vVUEx65cp1xf7vtr1l/v9QmK6tmHxxnPDQirmUlYp3y90+QEBAQEBAQG1Y+l+5JFH5F//638tr776asHxgwcPyg/90A/Jm9/85sljjz/+uDzwwANza2lAQDVgYkgQZtxIe3sK3UlnI+jlu2ea+7N/nh2DNEOI25ZrXWcO5921DeTQLii7ufB3Nib8+Mum6PwCF+7GfP0QdF7Gx/iMiKQbk4XQaMeZQ5FYW0rrRdDNB7m4IePkA792aXoX/OuXRAb6RK5fTj6PYxD86coq5ZxaFeirNvyxMeGvhep3rY/7dOuokm2v9jjU+jgHBAQEBAQEVM7S/Ud/9Efy+te/Xm655Ra56aabJoXUcFHbuHGjfOYzn5k894knnpDf+q3fKreqgIDqAffrsSMah+27ViLyRczxbAS9EATD7ZsYWoTCwPJVeowYasgrRJlrjz0vQv7q9dtFes5MFShbu02kvUNjsi1eHC8ASKwTdUrryzXke+V6vZ42UweK5pBi6gaIlRFTnsFyPiLSd0UEd++b7lYhNANkhHht3Mep7/wRbTeu6dnIgo6FG8sfnvJXzxcXcDKhJ0g+bvFY7q+dLzyvFDGocgSjShVbW+yopPBXJVDL4z7TOqpk26s9DrU8zgEBAQEBAQGJSOVy8UDT0nHlyhWXCuyxxx5z/1+9erW86U1vkp/6qZ9y/6819PX1SUdHh/T29sqKFZ7wVMCCg2VITAsKjqm4ZbWawNp14kUVQJui+LxDY46LCSYlqpenE9TL+/Lq5aT1Of6iEm5SgEF+DRBnYqEtJdfZIyLPP6bEG7JOTOmJA5qGy2K4Ke+WBzXGmnYwdljRIeSUPXRD5NAzSrSXdYhcOa+EHGG17beJ3P82jf/Gwr3/K4Uq5OxBXDyqfdp8s35HrPmuO5Nf9ol1NSGzUy+79rh5zYlTpXfzaueB6JyiZZVyzmzmxgSwal1FuxR4Y1wAnuZXzop0rst7XlS439Peq7U47sXGKr6OKtn2ao9DhctfsOdvQFUR5rX+EOa0PhHmdXGjVH45J9K92BBId+2CZTg6OipNTU3z+9KHu6mLny6S2xjhpCQxscRcuY15K1P8mOXp7utREgzphdjHgbV7sxcbTTz2pZMiw4Pqcr68S8uBtGPNdCrKXq5u3MWxXqNUThvOHRE5fVDdxBF3o03OBT0lMjIgcteblUTjUo6VOw7GBbflTd0ire1K6uLq2AYbKxtTm9eJrDRlvJd5zgPROUXLKuWc2c5NveQx9sY4cc5YX2ziVKHfM96rtTbu041VfB1Vsu3VHocKlr9gz9+AqiLMa/0hzGl9Iszr0uCXFckRgpV7DDfSGNavX1+J4gOWALCyoHDf3d0tmYUQUoNg44bNx373v5+rOBjnITR2bFhkxTReIHGBMqzQfHysTRB0ShIxow24lTshNQ++RR8yn1SvgXHAak/8Oe7q5lKeBBsrb8xc5rFrA9K9erlkUrMQeqrEOdOJrS12VFL4q9L3aq2N+2yExyrZ9mqPQwXLX7Dnb0BVEea1/hDmtD4R5nVpoGzSDcn+jd/4DfnzP/9zuX79euI5S8iIHrBYMd+iRHHhstl+P1vEBdmKfV9Ku0odq0qMaaXOqVcEMa0wVgEBAQEBAQH1T7p/7/d+zxHun/zJn5Tf/d3flY985CNup/zv/u7v5HWve50TWQsIqEn4Ltu4ZkMokyy9uGjjbo7AGP8nfjruvlng4lnkHP883LxzZlmPWZSwTvrCZklIqg8Ua0NckM0Hx/keUC/1u9Rko6pQTvsyTYUu68UEnPyxcqnGohzH0wk9lSIGNR+CUaXOYS0hiGmFsZpvLMb7JCAgICAgYLGT7v/5P/+n/Lf/9t/kPe95jyPdv/RLv+SO/8f/+B/lB3/wB2XXrl2VbGfAEgAiPlWHL05maG7XWGqfJCIehggZsdhzVdaOn7exW+T4cyITmbyFGcK75768iFrJwm2npwq3+W3ANf2ON03tM4T7zkfyruvUi2hc0nmMjbWLcpPE4+JjxVzSrkyjpFFR84We7EU9qaxyzpkLylFHrwXQ92qPzULfq3UyVosF087pYr1PAhbXvRpQEsKc1ifCvNY/yhZSQ3Dl8uXLLnCchYIIS0Oklnvs2DF573vfK/v375daQhBSW+LAwv34p5Otvq0rRO57m8psI0SFxbaYpXY2ytrFlJOJHXdiaG0qiIYleTrCnVQO7XQvwmMia7ZNzRPuq3vHBdmwcPux4lY+2gxObX1ErfIooDc2FpblW7ymGyusYSu6VFK7mNBTKWJQ1RKkKlXVupZRa6JltYwwVkv3PgkICAgICFisQmrEdFMBWL58uZw5c0a2b9/ufidn98GDB8stOmAJgr2fgYEBaW9vr556LqQziXCDoT6RG1dUyRu142JN4MUTkmP/n+4cRI74mXQeRBnr9OqN0ytwG5LKQW3dRNFQJvctTn4bigmyJZXPpgOpxYr1Jy7gNN1YjY9KLpORgaZlxee1FDGoaglSFZubpD7XKhZAtGxe7tVqoNYE3moI085pPdwnSxSL9l4NKIowp/WJMK9LAxXxO7rjjjvkz/7szyZ//4u/+AvZuHGG2NSAgJhyIxs3/KwaTKl7pu9LUTsuVRF5NsrJsz2PGGpD0ktxqWWXcm6x72e4Ljs2Wv15LReVmpslhnm5VwNqZ07DfbJoEe7V+kOY0/pEmNelgYqkDPvpn/5ped/73ief/OQnndv5q6++Kn/4h39YiaIDAuZfyduUoSG1WJAhtLhRtixTF+7ZKGvPRmV6OqGipHJoC9YL4sJxVyeftp9jfDbq3uWqYdvxpDznCKpdOS/S0yeSGRZZH3NpX2jBpsWmAF4LQla0of+KyECfyPXLmkZuMbsW18KY1joW230SEBAQEBBQT6SbeG7DP/kn/0Q+9alPyV/91V+533/hF35BfviHf7gyLQwIqBRKVfImLnbsiEjPabYf8+dANrq2zE5Zu1SV6ZmEipLKgdgSc33xlEjrjbwaemOzyLrts1P3LlcNm+OpM9p2c3VnI4AY+UunVGCtcbXIxRdE2leoqNumm2pDsGkxKYDXgpCVtYG4/6F+nd9r5xevmFYtjOliwGK6TwICAgICAurNvfzEiRPy8ssvFxDvz3/+8+4TCHfAbEG8GV4SVY07MyVvCLaPuJI3MOuxD34nxZiviMxLZ8E5MUXkUs7D2hZ/+Qf8znG+L1bO2KgKsfnpx4gXT0qBNh1K7U8SXJqxsUI1+FefFLl6VlLNzdKUm5AUYmpsdqCOjqhbYjkljEMlMZc+zyfme1xmaINzrmjIuJ/z2oZ6G9PF8vxdLPdJwML8XQ2YV4Q5rU+EeV0aKFu9PJPJyDe+8Q156KGHZLEgqJcHlKTkjTgYVrwkl2ncttduzYuflaqIPN15Vl8xFKtvZFCk94oeT3KD96+rlsKztd13xR8dETn4HU0bRv3xmNC736KCdcXKKmUclpKq9UKNS621oZKot/7MB2r9PgkICAgICKhH9XKUykMu7oBKgb0fFiuLtuq78jMpeRtJhGBj3TaLN7/7389GEXm682YjVOSXQ6quhshVPskdthwhsNkqPFsdkHxrg9uwUCeaXDYrvalm6ciN5EXOiwnaLZRgU62rWteCkJVXh7tXR8ako7kxf68uNtG5WhjTxfb8rfX7JGBh/64GzAvCnNYnwrwuDZTtXv5v/+2/lT/5kz+RhcDIyIjce++90tLSIk888cSCtCGg8sqNFy5cqA1F5PkWDpqriFm55VYCSXXgERAhm07LhXS7ZP28YsUE7WqhP7WIWhgXr45sTuRC/7D7Oa9tqLcxrSHU1PM3oGII81p/CHNanwjzujQwJ0v3V7/6Vfme7/keeec73ymbNm2SxsbCF5Xv//7vl2rg537u52TNmjWOfIeXhIBFKRzku2qi8g2BySS4s7vzetUdlnjyVRtE2pZVpp2VUG5OagNeBG0dIqNDKqqWKyJYV0pZs+lPvaIWxqUW2rCY7/GgjF77CPMVEBAQEFCLpPsd73jH5P+//OUvJ55TZrj4tPjsZz8rjz32mPzt3/6tfOlLX6p4+QEBk8JBU5SNKyQclKSajCH4zGGRXOTCDnJZJdlHTuRV1JvbRHbfK7Jm89zaWSnl5qQ2YCW85TUiF06K9PaIZKYRrJuprFL7U8+ohXHx25AdW/xzsxD3eFBGr12E+QoICAgIqFXS/fjjj8t84/Tp0/KhD31I/s//+T/S2hqpSAfUBYg3a29vr524M4jn1n2VFw5KUk1GsI1j9L19FWybHSuNjR54VWT1Bs3BDRBPO/S0WqWxeJfTzpmUmylvNv0s1oYdd0jqwglp77kmqa67RNZvnzlPd7XGfbGjFsYlakOq/4q0Zy9Jau1akeWrF+/czOc9Ppf7ayk+f+cTi3C+SsWSntc6RZjT+kSY16WBskn3ww8/LPOJiYkJ+Wf/7J/Jz/7sz8pdd90lR44cmfEa3M/5+OpyVhYfW+jpdNq5qfuW+WLHOcZ3xY5buf5xEHeDL3YcVXjK9Y9bW4odL7Xttd6njRs3Tn5fE33KZCTdubbweHRd2fNErm/yHEfprNO0cXRIcih+a0MktaxT0lfOSXb4huQwgRM8m1MBBq7JDg9KrueMyKZuvaSxUVIr1xX2aWKi+DzduOpIRkFMLn1KpyTHcdoY9bvktYdr/IquwuOZFSI7b5eNO62zJc5TNO4F8xT9XNL3UzTGBX2KPceq3qeGBsl1rpWNnWtd1ECO49Eztaw+LfQ8NTVJtmFN4fFcbm7zFN3j7n6i7d59lsqNSXrgmuQa19bU2uNcnr/85Jwl9feJ+Yg9D+3ZXOx5WPN9iubJn1fOWdTzVI9rr4w+Af9erYc+1eM8zbZPIP4MXux9qsd5yk7Tp6qSbnDjxg35r//1v8rXv/51uXLlikshBj7xiU/IBz/4wYpao3/3d39XGhoa5Od//udLvub3f//35bd/+7enHD969KgsW6Zxsah6btiwQS5evOhUPg1dXV3uc/bsWRkYGJg8vn79euns7HR5yke9XK6bN292ZVK2P/g7duxw7T58+HBBG7q7u2V8fFyOHz9eMHm7d+929Z05c2byOHk2d+7c6dqH2I2BHewtW7bI1atXpaenZ/L4YuzT/9/enUDJVdV5HP/3VumkO71k7SSdDmsihAFZgnDYosAIDoog24wyKIIsxgwHjmwOMixDBo/LOCKyyu4oDIpGtogoDggMCAqGLZKtO0lnIb2kO0svqTn/W6mmurqqu6q6XtV7//f9nNOp1Kul33u/utV16973f9FoVLZt2yYTJ06UWbNmmdimlDmtahbZtiW2TZURmTa+UtZ3bpOOnl31EDp2yKTSHpnU1ytrSsdLd0mFSLd2uiukobxf6sp2ysreculZs15ka47bVD9O+vp3yoq2D/dXaWmJzJ44Xrp7+6VlZbNIVUdeXnvxXHUdp0yZEpycLL728rRN+kWmZqrv7/rcFrYprzl1d0rpjq4P21PHh9X69fzme0zs9d02vffeewOZ6geIUOQU36b6calzqq9yVfpbE94PA7NNu3LS2YHxXMeMGRPsnCy+9nLYJt0evX+8rVrYJos5ZbtN2la1HxXP1cI2WcxpTZptWrVqlXh6nm5d+aOPPtrtPN3QpUuXDvT+FyxYIPvvv7985StfkXyZP3++vPDCC+6bDKW/S0PTHXryySfLww8/nNFId3wnx8+jxjc1/vj2SX+Hzl7QxqQF+QLzjdr27SJb293IcUl5RErHT5DorvVPuY7u/MDNg0e6+3okqsc/q9pJH450r/1bbKRbjzHt2R4b6d7ZLzt3bJfo3geJTJrhCpa5bdraLv06Wq4Fm7SIWSSSfps6Nrqp6ylHunWbJs/MfqQ7zfKRcvXDay/bbRppufVt0j92mulee+3lMs3bNmlhzF2zMPR1XFJVJ6WVlcHLqX2Da+MpR7q1zU+d5WYLZLVN27dLNKEoW3zf5Gubent7BzLVLELVnjo3SXT9qtQj3WneD32/TbtySsxVP7wGOieLr70ctkkz1U5IvK1a2CaLOWW7Tcm5WtgmizntTLPu7e3tUl9f7915uq+88kpXQfzZZ59131LoL407++yz5ZJLLslrp3vJkiWDdtjy5ctl7ty58uSTT8pRRx2V8jH6za7+JNNg4p335BCTZbs8+XlzWa77Mpvl+Vr3Ym+T/v74OgRim7o7pCz5WMC2dVLSsLuUpShG5tZFj4Ftax30mFKtSh4ZI9LfKzJ2fOwT3/gJUloxRqSkVD/9xQqt9WwX6WqTUr2Prs+mZpGSNbHlFZGBemVStm5QQbQh6149QWTzOilLUbm5pLxCynQdkx4zmtfeaHKlPfnvPSL+gSD+gS8vOXW1S0nrisGvybbY61i/hArU+15CG3d5lAytjJ5VTl3tUprifUb3TWmaooe5bFM808T7+O21l27dR7Vc8yhfm9X7oe+3KSGPxDabuNyrdee93PvPe6naKjkF/7WXTa5B2aZslpcZ3KYh95McPf7443LHHXe4DneyOXPmyBtvvCH5pCPael7u+I9ejy9PPlUZUPTiOwlTZ1JWTdYP33E7+0Wm7iYyaWbsVGFqzFiRWfuKTN8z1qnWbwC72mKd8r0OjHXQtQDb+pWxzreeZmw06xDkStQIZ1vyq3y2L2v7xo94PwQAFEDOI906hN7U1DRwPXGkW6dJ5DhrHSEVPzYp8XXkazrVM9U5fpUu19sjU7Ormhx/3sRlfT0im9eKbGmLVf/WTrd2uJWe07t31+ET27sGn+or13XIc4c7cLmi8JmOpi35Vb7aV4H2TejbqR/ODuCB0OdqEJnaRK7hkHOnWzvczz//vJx44onueuIHMC2spsdwemnPPfd0BUJSTR9H8OjUDC1eEBj6wWw0t+uHuVQflpOX6f3GzRbZ2OKmhA90uN3vSBrdztc6hDlXFD7T0bYlv8pH+yrQvqGdFub9sNDI1R4ytYlcwyHn6eVnnnmmO2e2FjdL9Nprr8lll13mqpd7STv5Os2cETQb9Hj9devWDSmM4Fs6EjKa2/Px++JT0VXyVFYv1iEMuaLwmRa6LQVJgfYN7dQmcrWHTG0i13DIudP9jW98w4126Pm69VJfMDq6ffDBB7tRcO14A5nSwxHip5gKBJ16mKqjm1AsKS/0mE2teK6VybdvjZ2zW0e7d2wTKS0X0SJs7oTJO0U6NrmiS24EPNd1iP8+HVlv25D5MaNpHhe4XP0i1xwKIO+ZFqotBVGB9g3t1CZytYdMbSLXcMh5evm4cePk97//vdx+++2yePHigXOY6ej3xRdfPFDoDDBdfCe5yFE+i5FpBzrx+SPjRFb8OVZALVIZq3I+pir2/84PPnzc9m6ROfOyX4fk3+e2Z82gSuhZP06PQUdhcgiqQrSloGLfAAAQ7k630uOpFy5c6H6A0PGy+E5y1WLtaG9YsauQWp/IuJrYSPe2LSKV40QmTRfp7YlNOa+ojJ0ruGZy5usyUpVk3c5UzzXS42Z8JNc9EE655hB0RgtZ5QX7BgCA8E4v1452vk8LhvDSY/N1pkTgjtHXTkH9VJHJjbHLfHUSkqsWxyuV6zRyPR+gnsNbzzmoU827O2LL9TRjZRWxU5DFKxvn+vsSDfdcIzyuZFtHMHMtllxzsNBWvWpLFni8bwL7/othkas9ZGoTuYZDzp3uO++8Uw444ACZN2+e3Hbbbe4YPyDnF2JpqfvQl+kJ5s1LrkqcWKk83gFL7Jwl357qObL5fZnePsLjSvv7yNVYJW/aqj1kahO52kOmNpFrOOTcw1m7dq384Ac/kL6+PncctxZT++d//md3ujAgW1qIr7m52V9VrjMpZrW1S6TlPZHlb4i0LItdz4fkqsSJlcrjx7smFlhKvj3Vc2Tz+zK9Pb5cp7/HC7zppV7XXEvL/JernwWgkrcv2ypGhUxtIld7yNQmcg2HnDvd9fX1smDBAnn99dfdacLOPfdc+fWvfy3z5893VcwXLVqU3zWF+cqN3d3d/qlyrcWsVi8V2bA6dn7sDati13V5nHbGX39G5L1XRVb+VeS9V2LXdXm+qxbrcdo6pVzpbIDK6thPfKq53j6aysa5VknW5SWlseONW1eKbGqJXer1klKJjqvzV65+F4BK3r5rqxg1MrWJXO0hU5vINRzyMpf3wAMPlFtuucWNfj/00EOyY8cOufrqq/Px1ID/ilnp7TqirZ3tHVsH30ev6/LRjnjHqxbHO2B6nPbkJpEx40TqG2Ij2/ozaabI1N1jt4+m6nPy78vmuXq2x0a3E+l1XY7sjCYHAAAA2Ktenmj9+vVy//33y9133+2mHtbW1ubrqQH/FbPS4mXJHe44Xb55rci42fmvWty0j8iO7sEVnuPrPNqqz7lUSdb7VkREJs8S2d4V2z/aQdRReP1SYGvCzAB4lwMAAABsdrr1eO4nnnhCfvzjH8vjjz/urh999NFulPv000/P31oiFEUkGhoa/FFILZNiViON4uZrlFc7WpGpg5eNq05xv6ne/b5M9pV2sFOcQ1oLqfkm1yDJNoewtlXkBZnaRK72kKlN5BoOOXe6r7jiCjey3dra6j6AXXbZZfLlL3/ZHc8N5HK6hLq6oZ023xaziiQdQ51spNszpdPUddRcO/GRsSITpqXudPt0X5VURPyTK+y1VeQFmWZBDy8amIUSEamq8+0sFHK1h0xtItdwyHmo4jvf+Y4ccsgh8thjj7np5P/xH/9Bhxujqty4fPlyf1REzqSY1YTpseOrU9HlevtoeVmorUD7aufYWv/kCnttFXlBpnkssOkj5GoPmdpEruGQc6d79erVsnjxYjn55JOlPOl0RS0tLXLDDTfkY/0QosqNPT09/qiInEkxKx1tnn3I0I63Xp8zb/Sj0V4XaivQvopWVPgnV9hrq8gLMs1TgU2fIVd7yNQmcg2HnKeXT58+eCRPj+fW47rvuusuefLJJ6W/v1+uueaafKwj4M9iVpMbY1MLB6Z/V8ZGuPMx/Vuf0+tCbYXYV/0JVdUBwHKBTZ/WYQAAGKhertMMtWL5PffcIxs3bpTDDjtMrr/+ejnxxBPzs4aAn4tZaQfbi85voQq1haDwFwAUpMAmAAD57HTrebj1WO4777xTnn32WZk2bZqsW7dO2tvbOVUYcq7c2NjYSEXkuEIVavMYudpDpvaQaZ4KbPoMudpDpjaRazhkdUz3W2+9JZdeeqnMmDFDzjrrLHcMwiOPPCKrVq1yt3NuboymcmN1dbW7DDw9tq9tfazgWduGzI/1S3xcxTiRyqrMCrXl4/dl87iw5pqLAuzjQgt9pgaRaZ4KbPoMudpDpjaRazhkNdI9d+5c17E+55xz5OKLL5Y5c+Z4t2YIFa0B8P7778uee+4pZWVlElhaxTa52E7ZmlixsRTnsR72cbWTtaSlSM+29IXa8vn7MnlcWHPNRYH2caGFOlOjyDSLopFD2nRCgU2fIVd7yNQmcg2H8my/idEXhk4v1x8gnwJ/CqKRqttqsbFUH8zSPU6nK06ZFRvx7tsxtFBbvn/fSI8La665KPA+LrRQZmocmeapwKbPkKs9ZGoTudqX1fTyZcuWyYIFC+SXv/ylHHDAAXLkkUfKT37yE3f6GCD0Mqlum+3jov0i4+tE9thfpHH24MroXvy+4R6HzLGPAZu0g10/NXb2Cr30cYcbABDQTrdOJ1y0aJE0NzfLz3/+czfV/Oyzz5aZM2e621tbW71aT8BuddugPA6ZYx8DAAAgl053XHl5uZxyyinuvNwrV650x3fPmjXLnbv7wAMPlKuuukqee+65XJ4aIa7cuPvuuxevenkmBa9Guk+u1W2D8rgg5losAax0nKnQZmoYmdpErvaQqU3kGg4lUS1BnqdjEZYsWeJOI7Z48WLp7e111c39pLOz043Od3R0SE1NTbFXBwn0taKvIX3jKXil65QFr8oHF7zK5D7aCV+9NPXUbb3vcMdYB+FxQcu1mAq4jwsttJkaRqY2kas9ZGoTuQZbpv3LvA1V6AewE044QR599FFpaWmRm2++OV9PjRDQD/FaM6DghSRGKnilt2dyn8TqtsmnlRmpum1QHhekXIutgPu40EKbqWFkahO52kOmNpFrOGRVvTxTU6ZMkcsvv9yLpwaKU/BqpPtEpo6uum1QHofMsY8BAADgVacbCFXBq+T7aMc13gnPRlAeB/YxAAAAMkanG+GWj4JXAS6KBQAAACAghdSCgEJq/lW0IhKZFLxSxSqKpes3MAU8IjJmnMiO7g+vV9Vl9ruTn8frx+1CcRB7yNQnRtk2E5GpTeRqD5naRK7h6F8y0g3f6Ovrk0ihjymOF7xKV5k8vj6Z3Cffkiumb++OLZs4QyT+vUTZmsEV1DN5Hq8f54dc4SkyLbI8tc1EZGoTudpDpjaRq32caBW+oKPcK1asKE5F5HjBqylNIhOmxS71euKH10zuk0/JFdP7+kTaWkV2bBXZuFqktCx1BfWRnifOq8f5KVd4gkyLLE9tMxGZ2kSu9pCpTeQaDox0A5kWFStk4bHkqurbu/RdOfb/3h0ivdtFyipSV1Af7nkSefE4AN6ibQIAEDiMdAN+lFwRPbkDrCPfw91/pOVePQ6At2ibAAAEDiPd8A0touYrRSo+lrIiuh4/Puj28uHvH1+HbVtix39WVg99TKrHjbQ809v9nCtGLZCZ5rHwWFHlsW0GPlOMiFztIVObyNU+qpcDGRcqKs+x+FgGjxupqrqObG9cFZtiXjEm9nw7+1NXUE9cBz322/2/V6S+QaSyKrPK65lUdQ9ihwXhlK926Qe0TQAAAle9nK+24ZvTJXR1dbnLoity8bFBVdXjI9w6Sq2dZj1lmBZxS+xwJ1ZQT14Hvd/kptjx31qILT4tfaTK68m/P8eK7b7KFXkRuEw9KDxWVHlqm4HOFBkhV3vI1CZyDQc63fBN5caWlhZ/VLnOpFBRPh+XTnLF9KZ9RA48bvgK6qnWQU8vph/G9f5VNZlXXs9DxXZf5Yq8CFym+W6XfpDnsykELlNkhFztIVObyDUcOKYb8HPxsVQV08dVZ/87dMRbR7urakXqs6g6XsiK7YAXrBYeo20CABAYjHQD+SpU5FGBo6z4YR0AP6FNAACAIqPTDV8oKSmRSCTiLouuqn7o8ZJxulxvz+fj8skP6+DXXLOhx/m2rRfZ2CLStiF4x/16KHCZ+qxN+FHgMkVGyNUeMrWJXMOB6uWAH6uXj4Yf1iHI2H/2kCkAAChi9XI63fBN5UZ9seqL1jejLYPO66vHQ9fncJ7uLB6XT35YB7/mOhxOx2QvU5+1CT8KbKYYFrnaQ6Y2kWs4Ot0UUoNvKje2trbK+PHjpaysTAJdqMgPBY78sA5+zXW0la59sF+LKXCZ+qxN+FFgM8WwyNUeMrWJXMOBY7oBwHqlawAAABQNI92wZdAU0ohIVR1TSJE5Kl0DAAAgz+h0wxf0OMKqqqrRHU+YsljSGgqIBT3Xgle6Xpt6ijmVroOZKUZEpjaRqz1kahO5hgOF1GADBbCQL1S6BgAAQB4LqXFMN3xTRGLTpk3u0rMCWAhersWgp1VrmisypUlkwrTYpV7ndGvBzRTDIlObyNUeMrWJXMOBTjd8c7oE/SCvlzmhAJbNXItZ6bp+qsjkxtglp5YKfqZIi0xtIld7yNQmcg0HOt2wgQJYAAAAAHyITjdscAWw0tQFpAAWAAAAgCKh0w3fVG7UIgQ5V0TW6b8Nuw/teOt1Xc704KIYda7wHTK1h0xtIld7yNQmcg0HqpfD8Hm6K2Ij4HS4AQAAAOQZ1csRuMqN69atG31FZApg2cwVvkGm9pCpTeRqD5naRK7hwPRy+KZyo57fjorItpCrPWRqD5naRK72kKlN5BoOaSpPAQWeEr7lA5HuTpH2jSLjJzAlPJSHA0REqurIHrCENg4AAJ1uFFlXu0jrCpHeXpFtW0Q2rBZpWxcrflZdV+y1QyGy7+/7cFnZGrIHrKCNAwDgML0cxR0B2dXp0uLWk8aNcZeuE6bL9XYEviLnpEmThlYvT8h+ELIPbqYILE8ypY0XHW3VHjK1iVzDgU43ikenFe/qdJXqh76qMe7S0eV6OwKttLTUfZjXy3TZD0H2wcwUgeVJprTxoqOt2kOmNpFrOPCpCcWjx/HusjMaleaOre4y1e0IbkXO5ubmodXLR8qW7IOXKQLLk0xp40VHW7WHTG0i13CgkBqK+OqrGPiv9rW7e/rcpZQMvR3BrcjZ3d09tCr9SNlayd5gEam0mSKwPMk0LG3cx2ir9pCpTeQaDnS6UTxV9SJla1NPMy4rj90Om8KQPUWkEGZhaOMAAGSI6eUoHh3x0yrl+gEskV7X5QEfEUSIs6eIFMLOehsHACALjHSjuPS0YE1zpbRrszRUdkppbY1INefptlQcpKGhIXWBpl3Zfzj9uiI2+mXhw3gmRaQiU8VcpggkzzK13MYDgLZqD5naRK7hQKcbxReJSMmEBqmb0FDsNYEHp8GoqxvmfOv64Tugnc+wFpEaMVMEjqeZWm3jAUBbtYdMbSLXcGCoAr6p3Lh8+XIqIhsT2lwNF5EKbaaGkalN5GoPmdpEruHASDd8U7mxp6cneBWRva5OHfDq14HNdbQMF5EKbKYBb0teCmymGBa52kOmNpFrONDpBvxanZrq18EvIjXk9UERqaKgLQEAgCJiejngx+rUVL8OvngRqSlNIhOmxS71ej6+kEHmaEsAAKDIGOmGbyo3NjY2BqcistfVqY1Uvw5crvlmsIhU4DI10pa8FLhMkRFytYdMbSLXcKDTDd9UbqyurpbA8Lo6tZHq14HLFfYyNdKWvBS4TJERcrWHTG0i13Dga234Qn9/v7z33nvuMhC8rk5tpPp14HKFvUwL0ZZ0CnvbepGNLSJtG0Z/eEmBBS5TZIRc7SFTm8g1HBjphm8E6hREXlenNlT9OlC5wl6mXrclI0XaApUpMkau9pCpTeRqHyPdwGiqU+uH9kT5qk7t9fMDYeFlW6JIGwAAyAAj3cBoq1MPnPu3IjZqlq8OsdfPD4SFV22JIm0AACADJVE9I3tIdHZ2Sm1trXR0dEhNTU2xVwcJ9GXY09MjkUjEFZSADeRqD5km0GO4N69Lv7P0VHGTG8XvyNQmcrWHTG0i13D0L5leDt8oL2fihUXkag+Z2ip4qMjUJnK1h0xtIlf76HTDNwUkli1bRiEJY8jVHjJNLtKW5svCABU8JFObyNUeMrWJXMOBTjcAALmg4CEAAMgA83kBAMgVBQ8BAMAI6HQDADDaEe/IVPYhAABIierl8E3lRj2mpbS0lOrlhpCrPWRqD5naRK72kKlN5BpsVC9H4PT19RV7FeABcrWHTO0hU5vI1R4ytYlc7aOQGnxBR7lXrFhB9XJjyNUeMrWHTG0iV3vI1CZyDQc63QAAAAAAeIRONwAAAAAAHqHTDd/QImqwh1ztIVN7yNQmcrWHTG0iV/uoXg4AAIbX0yPS3SbS1ytSHhGpqoudKg0AgBDr7OyU2tpa6ejokJqamrT3Y2gRvjldQldXl7uEHeRqD5mGMNOudpHVS0U2rBbZvE5kw6rYdV0O36Kt2kOmNpFrONDphm8qN7a0tFC93BhytYdMQ5apjnC3rhDpTzqlo17X5Xo7fIm2ag+Z2kSu4UCnGwAApKZTypM73HG6XG8HAADDotMNAABS02O4R3M7AACg0w1/KCkpkUgk4i5hB7naQ6Yhy7S8YvgHj3Q7ioa2ag+Z2kSu4UD1cgAA/KyYlcP1d2vRtFRTzMvKRZrmFq+KORXVAQBFRvVyBK5yY3t7O9XLjSFXe8i0wApQOXzYTLVD3bB7rIOdSK/r8mJ1uKmoPiLaqj1kahO5hgPHdMM3lRtbW1upXm4MudpDpgVUoMrhI2ZaXRcb0Z7SJDJhWuxSr+vyYqCiekZoq/aQqU3kGg5JX10DAIDAVA6PTC3MuuiIdqF+V5D2CwAA1jrdHR0d8sgjj8g777wjU6ZMkdNOO0322GOPYq8WAAD5R+Vw9gsAwITATC9/4YUX5IADDpCXX35Zpk2bJkuXLpV9991XHnvssWKvGvJUubGqqorq5caQqz1kWkAFqhweuEypqG4zV4yITG0i13AITPXylpYWqampcT9xF110kTzzzDOybNmyvFaXAwCg6PxcObyY2C8AAJ8wV728sbFxyIbss88+rvgLbBSR2LRpE4XUjCFXe8i0gApUOTxwmfq1orrPBC5XjIhMbSLXcAjUMd2J+vr65L777pP58+envc+OHTvcT+I3Eaq/v9/9xKd0lJaWuhd84qB/uuW6TG9Ltzz+vInLVfIfvXTLy8rK3PMmLo+vS7rlma67n7dJf8eGDRvcN0VWtinXdbe0TSPlGsRtGmm59W3S917NVL8EraioMLFNvs6puk52Nu4j0YHzdFdISVW9lFZW5m2bEjPV9Q5ETlW1UtI0V/q3fDCwX2RcndsvkrQuYX3tJeZaXl5uYpss5pTNNsX/psbbqoVtsphTttuUnKuFbbKY085htsl0p3vhwoWyYsUKV1gtnUWLFsl11103ZPn7778v1dXV7v/aGdBjxNevX++mBcRNmjTJ/axZs0a6u7sHljc0NEhdXZ2sXLlSehJO16Ij8fqc+tyJO3/33Xd3f+ySp8Dvvffe7g+ibkNieLNnz3a/T6fTx0UiEVcwTtcvcWRfj9WaOXOmbN682X2bHRfEbdLn1+1Yu3atzJo1y8Q2Wcwp222K56o/U6dONbFNFnPKZpu2b9/unu9vf/ubNDU1mdgm3+fU1jZ4m6IVMqmyMm/bpFnGM9V1D1ROH2xJ2KYOXnsJOa1evXog18rKStqTkfeIxLZqZZtC816eZpv0s29irha2yWJOa9Js06pVq8TUMd2JrrjiCrn99ttlyZIlcuihh2Y10h3fyfGp6nxT449vn/R36JuNNiYdPeMbNRvfEo6UaxC3aaTl1rdJ/9hppnvttRcj3UZee729vQOZBmak20h78nKbEnNlpNvGa08z1U5IvK1a2KagtCcvtyk5VwvbZDGnnWnWvb29Xerr60c8pjtwne6rrrpKbr31Vtfh/tjHPpbVYymk5l/6QtZvlnQ0NN6gik6/iRuY0hkRqaor/rGCflynoOWKUSFTe8jUJnK1h0xtItdgy7R/GahO9ze+8Q255ZZb5Omnn5bDDjss68fT6UbGutpFWlcMrhocL9JTXVecHenHdQIAAABCqtNa9fJHH31UbrrpJndu7nvvvVcuvPDCgZ9t27YVe/WQh2/51q1bl3ExAs9Hk5M7t0qv6/KEY1FCvU5ByxV5Qab2kKlN5GoPmdpEruEQmEJqenqwH/3oRylv03n8CDadcKHfEE2ZMqXYqxKbvp3qvLhKl+vtkamsU9ByRV6QqT1kahO52kOmNpFrOASm060j3PoDeE6Plx7N7WFZJwAAAAB2Ot1Awej5XkdzuxeG+52lZSI7topsbAlEcbWiFpQLWCE6AAlovwCAgKLTDV/Qkvt6Djy9LLqqepGytamnmGvhMr3dL+ukZRA3rBapmypSvuucgmVrfFNczZNcUxaUy2Cbc30c/NtWEZ5Mab82c0VWyNQmcg2HwBRSg216Oin9cOCL00rpyKd2xLSDnSheKbwYI6Op1klHuD9YE+swlpf7srha3nPNtaBcQAvR+ZGv2irCkSnt12auyBqZ2kSu4cA7MXxTubG5udk/Va61I9s0V2RKk8iEabFLvV7MEdHkdRpbHRvhrqxKX/DNWq6ZFLnL5+Pg/7YK+5nSfm3miqyRqU3kGg5ML4dvKjd2d3e7S9/Q0eVCVynPZp3cMdy7ppT7tLha3nPNtaAchehst1XYzpT2azNXZI1MbSLXcGCkGwgqPxZ88+s2h3FfAZlO3W7fINLdKdK+0Z+HWtB+AQABR6cbCCpXXC3NZJViFXzz6zaHcV8BmRQnW71UZEOzyLYtsaKMel2X+wntFwAQcHS64ZsiEg0NDRR8CXrBN69zzXWbA7CvgoK2akRCcbLSEpGG8ZXu0pfFBWm/OaGt2kOmNpFrOJREQ3SwT2dnp9TW1kpHR4fU1NQUe3UAD85dWxEbFbLeicx1m8O4r4BU2tbHRrbT0YKN9T6raUH7BQAEtH/JSDd8U7lx+fLlVFnNhXYa9cPx5MbYpY86kZ7lmus2+3hfBQVt1YiE4mQ7o1FZ3tbtLlPd7hu036zQVu0hU5vINRzodMMXdMJFT08PVVaNIVd7yNSIhOJk2tfu6et3l6luRzDRVu0hU5vINRw4ZRiA4Bk0zTQiUlXHqDWQdXGytanPX09xQQAA8opON4Bg0crKuwpADShbEyuIVl1XzDUDgiNenEzb0s6EqeQUFwQAIO/odMM3lRsbGxupXm5M3nNNqLg8SLzictNcRrw9Rls1RL+kaporpV2bpbGqS0qrq0WqJ9CGjKCt2kOmNpFrONDphi+UlJRItX7ggyl5z1WnlKeaDqt0ud4e8VnFZWNoq8ZEIlIyocH1tWELbdUeMrWJXMOBQmrwhf7+fnnvvffcJezIe64jVVT2Y8VlY2ir9pCpTeRqD5naRK7hwEg3fCMvp5WiwJbv5PV0YSNVVPZbxWWjr8e8nwIORUemNpGrPWRqE7naR6cbdlBgy74gVVzm9QgAAACml8OMkQps6e2wU3FZO9iJ/FZxmdcjAAAAdimJ6hnZQ6Kzs1Nqa2ulo6NDampqir06SKAvw56eHoloUZ+Skuz3Tdt6kQ2r098+pUmkngJbgcs1o2nbFbERbr90uI2/Hj3LFEVDpjaRqz1kahO5hqN/yfRy+EZ5+ShejhTYsplrOtrB9nOVcuOvR08yRVGRqU3kag+Z2kSu9lG9HL4pILFs2bLcC0kErcBWSIw616Ay/HoMbaaGkalN5GoPmdpEruFApxuGCmylGX3zW4Et2FfM16NOvdfp7RtbRNo2UM8AAACgyJgjCFsFtpKLqfmtwBbCoVivRyqmAwAA+A6dbthRXSfSNNffBbYQHoV+PY5UMV3XhbYAAABQcFQvh28qN+oxLaWlpVRENoRc7VVMJ1N7yNQmcrWHTG0i13BUL+eYbvhGX1/SCB1MIFd7FdPJ1B4ytYlc7SFTm8jVPjrd8AUd5V6xYkVhKiJTaKowenpk5+ZWWfHXv8jOzesp6GWkYnpB2yoKgkxtIld7yNQmcg0HjulGuFBoqrD7ubdXZNuW2LTntnWxImJ6rDM8qpi+dugx3YoK/gAAAEXDSDfCY6RCU3o72M9Br5iefKoyKvgDAAAUFSPd8A0touYprSKdahRQ6XK9PTL6QlOhl7SfS0tL2M/GKqZ73lZRcGRqE7naQ6Y2kat9VC9HeGxsEdm8Lv3tE6aJTG4s5BrZxH4GAABACHRSvRxBO11CV1eXuwx6oanQS9iPLteevsG5sp8DrSBtFQVFpjaRqz1kahO5hgNzBOGbyo0tLS3eVkR2habSHFFBoSlP9vPOqEhLx1Z3yX62oSBtFQVFpjaRqz1kahO5hgOdboQHhabYzwAAAECBUUgN4VKgQlOhF9/PWz4Q2dosMmWmyPiJ7GcAAACEDp1u+EJJSYlEIhF36TntYFOlvCD7uaR+qkQ6trlLoeK1CQVtqygIMrWJXO0hU5vINRyoXg4AAAAAQJaoXo7AVW5sb2+nIrIx5GoPmdpDpjaRqz1kahO5hgOF1OCbyo2tra1URDaGXO0hU3vI1CZytYdMbSLXcKDTDQAAAACAR+h0AwAAAADgETrd8E3lxqqqKioiG0Ou9pCpPWRqE7naQ6Y2kWs4UL0cAAAAAIAsUb0cgSsisWnTJgqpGUOu9pCpPWRqE7naQ6Y2kWs4ML0cvjldgna69RJ2kKs9ZGoPmdpErvaQqU3kGg50ugEAAAAA8AidbgAAAAAAPEKnG76p3FhbW0v1cmPI1R4ytYdMbSJXe8jUJnINB6qXAwAAAACQJaqXI3CVG9etW0f1cmPI1R4ytYdMbSJXe8jUJnINB6aXwzeVGzs6Oqhebgy52kOm9pCpTeRqD5naRK7hQKcbAAAAAACPlEuIxM8BrXPv4S/9/f3S1dXlsikrKyv26iBPyNUeMrWHTG0iV3vI1CZyDbZ4vzLez0wnVJ3uLVu2uMuZM2cWe1UAAAAAAEb6mXompnRCVb1cCxWsXbtWxo8fz6mpfPgtkX4Z0tzcLDU1NcVeHeQJudpDpvaQqU3kag+Z2kSuwaZdae1wT58+XUpL0x+5HaqRbt0RjY2NxV4NDEM73HS67SFXe8jUHjK1iVztIVObyDW4hhvhjqOQGgAAAAAAHqHTDQAAAACAR+h0wxfGjBkj1157rbuEHeRqD5naQ6Y2kas9ZGoTuYZDqAqpAQAAAABQSIx0AwAAAADgETrdAAAAAAB4hE43AAAAAAAeodONgjnvvPPcedKTf44++uiB+zzxxBMp77Nx40aS8onf/e53csYZZ8jMmTPl7rvvTnmfP/7xj/LJT35S9txzTzn22GPlt7/9bU73QWG0trbKjTfeKPvss48cfvjhQ27X0h8///nP5dOf/rTMmTNH5s+fLz/+8Y/d8kR77bXXkLZ7++23E2MR9Pf3yy9/+Us54YQTXA6p2pdmnpxXqvz1efR9WvPV18Bf/vKXAm0Fkr3//vty+eWXu/fNf/zHfxxy+6233pryb6i+X7e3tw+091T3efrpp9nhRfDGG2/IueeeK/vtt58ceuihcuWVVw5klUj/3n7sYx+Tvffe22W/cuXKnO4D73V1dcm3v/1tOeaYY9zf1VNOOcV95sn2Pi+++GLKtvruu+8SYwCVF3sFEB4333yz/Nu//dvA9Z6eHvnoRz8q8+bNG1i2detW2bJliyxdunTQYydOnFjQdUVq9913n9xzzz1y4YUXyjPPPOOySvbWW2/JcccdJ1/72tfcH5Rf/OIXcuKJJ8rzzz/vPlBkeh8UjnaiTz31VPfH/6mnnhpy+/333y+/+tWv5IILLnAf5l599VW56KKLZO3atfKv//qvA/draWlxnWz9EiWurq6uYNuBD91www3y+uuvyxe/+EX34Xvbtm1Ddo9+sNc8H3jggYFl5eWDPxYsWbJETjvtNNdOP/7xj8sPf/hD93p588033Yc/FI5++axfougX2NpBS/Vl9Nlnny2f+cxnBi07/fTTpbS0dKAt9vX1yZo1a+T3v/+967zHTZo0qQBbgUSa4TnnnCP/8i//Ipdeeqls3rzZ/f9///d/3Y/mpu666y739/LOO++UuXPnynXXXefaoX5Wqqqqyvg+KIxLLrnEfW7V9+HJkye791jN4rnnnhv4YjOT++zYscO1Vf3ypKysbOD5GxoaiDKItHo5UAw/+9nPdJgs+tZbbw0se+SRR6K1tbUE4lN9fX0D/584cWL0e9/73pD7fOlLX4oefPDBg5Ydc8wx0VNOOSWr+6Dwud5www3RWbNmpb090dVXXz3kvmPGjIkuXrzYwzVFpuKZtbW1uffZVLlcdtll0U9+8pPDPs9RRx0VPfPMMweu79y5Mzpz5szo17/+dcIosP7+frf/1TnnnBM99thjR3zMihUroiUlJdF77rlnYFlzc7N7Tbz99tueri+yyzTuj3/8o8vnzTffdNf19qampugVV1wxcJ/Ozs5oZWVl9Ic//GHG90HhpPqbedBBB0UvuOCCrO7zu9/9zr0Went7PVxbFArTy1E0Og3qyCOPdNNqEnV3d8v+++/vvsnXERodFYU/JH7Tmo5+S3v88ccPWqajM3/4wx+yug/8k2uq23t7e6WiomLIch2t0WnIOpMhcQQV/mur6pVXXnGHDBxyyCFulCxx9FRnI+n0xsS2WlJSIn//939PWy0CHfXU/Z8NnZk0fvx4d0hQss997nMye/Zs+Yd/+AemlvsoU31vVfH3Vx3lXL169aB2qJkeccQRA+0wk/ugcDL5m5nN31V9f953333drKM//elPHqwxCoFON4pC/zjo9OTzzz9/0HKd2qgf2vWDgv7om89BBx00ZLo5/EunGCdPfZo6dap88MEHbqpUpveBf+kHPJ1G/k//9E+Dluv04+9///uyePFiN1394osvdlMc4U/19fVy7bXXuuP1v/Wtb8lrr73mjgfVYw3V+vXr3VTkVG1VpzzC33bu3Cn33nuvfP7zn5dx48YNmXKux39r9jqVVTveDz30UNHWFR/WYrjmmmvk4IMPdl+IxP9equHaYSb3QfH893//t/z1r3+Vs846K6v76JcyX/3qV93f2wcffNDlq+/Rycd+Ixg4phtFEf/2Xf/wJzr55JPls5/97KBjiPVNaNGiRe4NB8H4oJd8XGj8m1v9QJHpfeBP+sXISSed5L4MSzyeO14IMT5qozNY9Djiq6++Wq666iqJRCJFWmOko9nE89JjQA844ACZNWuW66gtWLDAtVOVqq3STv3vN7/5jfuCO/nL7RkzZsjDDz88cF1nlWnHTL+A0Q46ikdrZejsPu1UxdtmJu2QtupfmqXWYdAvoHXmQTb3OeqoowYVG9a/u1pE7frrr09ZfwX+xkg3Ck4rHmun+wtf+IKMHTt20G3J06z0un6r9/bbbxd4LZErLQiyadOmQcv0uhZyiY+2ZHIf+I8W+dHpizpCqqPZydPgktvvYYcd5qYoa8Vl+E9yXlrURwurxd9vtbCW3idVW9U2DP8fwqUjpgceeOCg5ammqGtbXb58OTONiki/6NKZBzoLUNthXLytDdcOM7kPCu/ll192RWIXLlzoZjBke590bZXPxMFEpxsFp39QVq1aNeTb93T0g8CECRM8Xy/kh1Yff+GFFwYt0yqsiVXqM7kP/KWtrc11uPVLkSeffFKqq6szartKO+nwPz2esLm5eeD9Vr8E0+MIU7VVzjLg/xkpeqq3bP7OaptmRkpxaIdLpxfr5yOdcZJIp5lr5fnEdqiHfbz00ksD7TCT+6Cw/u///s+dFlXP9qKzNXO9TzI+EwdYwUq2AbucccYZ0Xnz5qXcH9/85jejr7/+uqvEqZUdf/CDH7jKjT/96U/Zfz6Trnr5kiVLouXl5dFf/OIX7vrTTz8djUQirjJ9NvdB4aWrXt7e3h495JBDokcccUR0y5YtKR+rWT744IPRrVu3uut/+tOfXDXdk046yfP1RnrDVS+/6KKLoqtXr3b/11zPO+88V+34nXfeGbjPrbfeGh0/fnz0pZdecu/Ld911V7S0tDT66quvstuLaKTq5d/97nejVVVVroJ1sjvuuCP6xBNPRHt6etz13/zmN9GamproJZdc4uk6IzXd7/r3VD/7pHP55ZdHp0+fHl22bJn7bHTttddGx40bF21pacnqPigMfX/UM/EkVpPP5T6LFi2Kvvjii67Kvf488MAD0bKysugtt9zi0ZrDS3S6UVCbNm1ypxXSP/qpPPfcc9HDDz/cfQDQD39777139KGHHiIln1i6dGl0xowZ7kc/eOsfDP3/l7/85UH301OU1NfXuw99+oH95ptvHvJcmdwHhXHaaae5HLXd6R/0eMZ6aiH1ne98x3XcJk2aNHBb/Cd+2pP169dHzz//fPeaiP8sXLgw2tHRQYxF8Pjjj7t89EO4Zqcf6vW6frESd++997r3WM1K35f1vVdPV5Tq9HD64V3b6pQpU3hPLiL98ktz1Dw0M/1/qi/K9ttvv+i5556b8jm0U3bqqae6993q6mqX6fXXXz/QCUfhvPvuu659ag7J761PPfXUwP127Njh/s7ql9Oa/W677ea+LEmUyX1QGMcff7zLNTnTs846K6v7vPLKK9FPfOITrq2OHTvWtfXbbruNGAOqRP8p9mg7wkMrU+spabQCY3JRkERbt251x7IkH/ON4k8/1YrGyTQnPR40kRZ40WOAdWpxuqwzuQ+8p20yVdX4adOmudOaaDXr9vb2lI9tbGwcdF0L+nR0dDClvMi0iJ1OMU6mBSxra2sHLevs7HSHDQzXBvXYfM1V27lW1EVxtLa2umnDifRvpRZHi9OPdVoYTd9X9RCBdPR59G9tTU2Np+sMGTYDzTQVralQWVk5aNn27dvd+7G2w3Snj8vkPvCWHkuvOSTTPDXXTO8Tp/fTv63UvAk2Ot0AAAAAAHiEr6sBAAAAAPAInW4AAAAAADxCpxsAAAAAAI/Q6QYAAAAAwCN0ugEAAAAA8AidbgAAAAAAPEKnGwAAAAAAj9DpBgCgiL74xS9KY2OjLzP46le/KkcccUQotjVXX/rSl+T4448v9moAAHyMTjcAwLSPfvSjUlJSMvAzduxYmTt3rtx4443S09NTkHU466yzZLfddpMgeeutt+SOO+6QG264YdDySy65xO3H0tJSWbly5ZDH9ff3y4wZM9x9jjzySCmWQu3zb37zm/Lcc8/J4sWLPf9dAIBgotMNADBvzz33lGg06n6am5vlnHPOkWuuuUYuuOCCYq+a3HvvvdLS0iJ+861vfUtmz54tn/jEJ1LePm7cOLnvvvuGLF+yZImsXbvW3R6UbR2N3XffXT71qU/JTTfdVOxVAQD4FJ1uAECoTJo0SS6//HI56qij5P7775eOjo5ir5LvtLW1yc9+9jM5++yz097n1FNPdZ1u/SIj0T333OOmpE+bNk3C4gtf+IK89NJL8uc//7nYqwIA8CE63QCAUNp7771l586dblQ27pBDDpHjjjtuyH2vvPJKN1060Wc/+1n5yEc+Ips2bZLTTz9dxo8f7zr0F198sezYsWPgfocddpjrwK5atWrQNPft27enPc45/tzr1q2Tz3zmM+65Z82a5UaKlY4W631qamqkoaFBFi1alHIbX375ZTnppJNkwoQJUllZKfvvv3/K0elkzzzzjFu/dKPc8fVesWKF/OEPfxhYtnnzZvnVr37ljnNO95h02zrSfswmn5H2eab75s0333Trp/u4qqrKHarw/e9/f8hhCfH9xBRzAEAqdLoBAKH07rvvSllZmUyfPj3n5+jr63PFxhYsWOA67z/60Y/krrvuGtQJ1hHQM88803Wa41Pc9Uc7eiM998KFC+Wqq66SNWvWuN9z7rnnuunbX/nKV+TrX/+663zr5dVXXy2PP/74oMc/9dRTbjRfO7CvvPKKrF+/3h2PrVPq//M//3PY3/38889LeXm562Smc9BBB7mOavyLAPWTn/zE7dMzzjgjg72X3X7Mxkj7PJN9s3XrVlcgTY9df/HFF+WDDz6QBx980HXk9RjuRNpx10MYEr+AAAAgjk43ACBUdERVO3MvvPCCXHjhhVJbW5vzc73//vuuo3jMMce4EVodqdWRUS1ANlr63NoRPPzww92Itnaum5qa3LTuK664wk3h1uWXXXaZ7LHHHnL33XcPPFZH8HXbDj74YDfdWzuEup3aaf/a174m1157retUprN69WrXkYxEIsOuo45c/8///I90d3e76/q7Pve5z7l94Zf9mCzTffP222+7zvh5553njtvWDvt+++0n3/3ud1NWK9fp9NohBwAgGZ1uAIB52qmLTzGePHmyGxnWDtZ//dd/jep5tYOoI6aJtGOm08K3bds2qufWDnXi6bp03efMmeNGbLVzmkinZy9fvnzQtGjtAJ522mlDpsXr9OzOzk55/fXX0/7u9vb2jDrOeiyzTgHXjvcbb7whr732Wtqp5cXaj8ky3Tf6RYaul05df+SRR9xx7iPlpfsNAIBkdLoBAKGpXq6jnDqKq53F2267zU3VzkRysbC4VMXCtPOlRlugTY8jTqadwHTLEzt8ra2t7lILxuk0cZ3yrT86VfqEE05wt+l06XTq6upc53Mk+gXGiSee6KaY66ixnqJr/vz5kq3R7sd0+aSS6b6pr6+Xp59+WqZMmSKf//znZeLEiW5K/fe+9z3p7e0d8ry6v/QxAAAko9MNAAgNHdmcOXOm6yTus88+7tRhiZ1VnWa8ZcuWIY/TY6rTPZ+X65rr79RjldWtt97qjpfWc2frj37pED++WQu0paPHQmtRtEzOY65TzPUYZ+106/7MZZ9k+phs8xntvtGp/VpUTl8jv/3tb10ht0svvVSuu+66Ic+ro/K63wAASEanGwAQOjqy+e1vf1s2bNjgzkedOCK+bNmyQZ1Nnd787LPPjur3aeXr5ErcXtICaFol/OGHH87p8UceeaTriGZyCiytAK4dWR3p1U63l7LJJ90+z2Xf6DnHP/7xj7tjzHWKf3LBNP2CQg9hSJ4iDwCAotMNAAglLYalx0brKaDiU47PP/98d+yuHserl3/7299cga1DDz10VL9Lj0/WDr5W1dYR1UJ8qaAdRK1CrufaXrp0qeucrly5Un76058OOSY82bHHHitjx47N6MuGiooKt226XVpwzEvZ5JNun2e6b5544gn3JYJ2sLVTrcXi9Nh1PU2adsATxffTpz/9aU+3HwAQTHS6AQCh9e///u+uUvWNN97ors+bN8+dquqxxx5zx07raaf0fNFaqGw09FRUWpH7U5/6lOv0JZ8z2gt6rLV2OHW0V88jrcdpa2f617/+tRvlH44em6zb/sADD4ifZJPPcPs8k32jX8roj1Yz13O666nlbrrpJne7LkukpxLTc4MPd4o1AEB4lUSzqT4CAABC4Z133pG/+7u/c8XEtGOK1HSEfPbs2fLoo48y0g0ASIlONwAASEnPna2nz9JzmiM1nd6uFfG14BoAAKnQ6QYAAAAAwCMc0w0AAAAAgEfodAMAAAAA4BE63QAAAAAAeIRONwAAAAAAHqHTDQAAAACAR+h0AwAAAADgETrdAAAAAAB4hE43AAAAAAAeodMNAAAAAIBH6HQDAAAAAOAROt0AAAAAAIg3/h/iPHFmOk+EP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413362" cy="72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5" descr="data:image/png;base64,iVBORw0KGgoAAAANSUhEUgAAA90AAAJOCAYAAACqS2TfAAAAOnRFWHRTb2Z0d2FyZQBNYXRwbG90bGliIHZlcnNpb24zLjExLjAsIGh0dHBzOi8vbWF0cGxvdGxpYi5vcmcvlcelbwAAAAlwSFlzAAAPYQAAD2EBqD+naQABAABJREFUeJzsvQd8ZNlV53+qSlnqVuecZ7onZ48DzoFok2wwrAEDa4PJsMQF/rBEhzUGe5dg1hgbMODFYOLCGgy212k8Hk/w5Onu6Zyj1C2plar+n++991TdenolVUlVUlXp/D4ffSS9eu++c++579U995zzO5lCoVAQg8FgMBgMBoPBYDAYDHVHtv5NGgwGg8FgMBgMBoPBYDCj22AwGAwGg8FgMBgMhgbCPN0Gg8FgMBgMBoPBYDA0CGZ0GwwGg8FgMBgMBoPB0CCY0W0wGAwGg8FgMBgMBkODYEa3wWAwGAwGg8FgMBgMDYIZ3QaDwWAwGAwGg8FgMDQIZnQbDAaDwWAwGAwGg8HQIJjRbTAYDAaDwWAwGAwGQ4PQ0aiGDQaDoZF49NFHZWhoqPh/f3+/3HXXXann3nfffTI1NVX8f8OGDbJv375FVdAXvvAFmZycdH9ff/31smnTpkUbG5DJZKSvr0+2b98u69atk1bCYo7dcsP58+flqaeeKpsnL3zhC5dUpnbGiRMn5NChQ8X/n/vc50pXV1fqZ+A5z3mO9PT0zGhn//79cubMmeL/uVxOXvCCF1S8Tzablc7OTlmxYoVs3rxZBgcHa5JT50Z3d7esXbtWdu7c6dpcSN8VtLl+/XrXJvdYTBw4cEBOnz7t/l69erXccssti3p/g8GwjFAwGAyGFsQLX/jCAq8w/eno6CgcPXp0xnlf+MIXys7j5zu+4zsWXd61a9cW7/8Hf/AHizo2yZ9bbrml8JGPfKTQDNi/f3/h05/+tPt5/PHHl3zslht+7Md+bMb8QBeGxuCd73xn2VgfO3as4meV5vvk5GRh+/btZef19/fPep/kz9atW53un3322arkTP4MDg4Wvv/7v79w4cKFefc9+bNu3brCz//8zxfGx8cL9cDFixeL75ZKc/pNb3pT8f5f/dVfXZf7GgwGQxosvNxgMLQF8GT//u///ozjv/M7vyPLGQMDA85zeffddxc9Zo8//rh867d+q/zd3/3dUosnb3/72+XFL36x+/nZn/3ZpRZn2T0zf/mXfznj+J/+6Z8uiTyGmfgf/+N/zDj2N3/zN3Ls2LGahuvee++V5z//+S7SRb3OtH3bbbfJ//7f/7uq63mP3HDDDe5/Imn+1//6X/LqV78a5828VEebeOfxcmvUxdve9jZ5y1veIvXAZz/72eK7hZ842slgMBgWG2Z0GwyGtsH73vc+GRsbK/7PwvKv//qvpRnAgpdFKz+Edy4WWCR/5jOfkS996UvyxBNPuPBSxTvf+U5pBSzV2LU7/uVf/kXOnTs34/hHPvIRuXbt2pLIZCjHk08+Kf/2b/9Wduzd7353zcP00Y9+VD7/+c/L0aNH5aGHHpJ77rnHHR8ZGZHv+I7vmHGPtOt5j5CK8FM/9VNlqTv333//vNRGm5/73OfcBsIrX/nK4vE/+ZM/kbNnz8piYO/evcV3y6233roo9zQYDMsTltNtMBhaHmvWrJGLFy/KhQsX5M///M/lzW9+szv+u7/7u0Xvhp4zF8iTxFjHe7N169YZ+cMsUlm0zpZz+eUvf1mGh4fd39u2bZNdu3bJL/3SL5XlJVcCRtDx48cln8+768ifrBd2794tr3rVq+Rv//Zviwv6GPQZ75Di5ptvduOmYHE9MTHh/r7uuuvKDOC0vOvx8XG3SMfQpy9xDiieMnLP47zUS5cuuYV97Akj33O2sYvz9fW+tE2uJmO/cePGsvOffvpp1xaLbdqeDQvRxXzniQLjiLHhGvRGxEK98Wd/9mfFv1/0ohfJF7/4Raezy5cvyz/+4z+6aAjFAw88UDTE9+zZI1u2bClri3E6fPiw+7u3t7do1CnYDDt48KCMjo46ToW4r3Pl2DIv0RvPN3OCcTly5EjxGvKAuSfPa1LfSTBXdN7feOONLs+ZttRzzFy94447Uq+ttg/1AP2h34z5e97zHvnKr/zK4jPInK/lnZbEnXfeKR//+Medlxu9TU9Py4/8yI+4TTlyw+fCa1/7WnnXu95V/J887ec973kyX/AcvvGNb5R///d/d//Tb94bjLEC/dSiczYY6E8M3m3aP53Dr3vd64ocBsy3avK9Oc5c4H2DDI2YawaDoQ2RGnRuMBgMTY44b/mNb3xjYfPmze7v2267zX0+OjpazAV+znOeU3jlK185a073n/zJnxRuvvnmGXmGN954Y+EDH/hA8TzyDTds2FD8nOtiXLlypdDX11f8/P/8n/9TVV7yhz/84cLtt99edu9MJuP6+bnPfW7eY3PPPfeUffbd3/3dxc+2bNlS9tnY2FjZ/f/u7/6u7PONGzcWP/uf//N/ln2W7N+f/umflh1DPzoW4N/+7d9mze/k59ChQ3OOHbml8WdvfetbCz09Pe7/bDZb+N7v/d7CtWvXCg888ECZfjnnbW97W+r41UMX850n73vf+wrbtm1LnYe//Mu/XBgaGirUA5cvXy6OEz8f/OAHC9/wDd9Q/P81r3lN2fnf8z3fU/zsm7/5m2e09/Vf//XFz7/v+76vePyxxx5z7XZ2dpb1h5zk3//9358zx5bxvu6668pyoH/913+94py54YYbCh/60IdS+/xnf/ZnhfXr1xfPRT8f/ehHCz/3cz9X8XmZTx/qkdPNnNexYO7BfQC+/du/3R3L5XKFn/7pn646pzu+j+Id73hH2Tmf+tSnqrr+7//+78s++/jHP77gvv/t3/5t2Wf3339/2bW16pzxmO3d8ju/8ztz5nQnP2Me3HXXXcVjzIdf/MVfrOtcMxgM7Qszug0GQ0siNixZHMWLsk984hOF9773vcX/WZDNZnT/1E/9VNmCbNeuXWULfX5+4id+ong+ZD96/OUvf3lZW+9///vL2pmenp7TcIzb42fv3r3uJyaJiw3WWsYmubBjA6KS8ZQ0ullcz8foftnLXuYWpLfeemuht7e3eHzFihWFkydPuvO/+MUvOjnjNlevXu2O6c+pU6dqMrqf97znucU2BjNGiR5/wxveUFi1apUz/Pfs2VPWx3/6p39qmC5qnSef/OQnZxgTLPKRXY8xbvXAH/7hHxbb7OrqckY4hkLcz7Nnz6YSEqLbc+fOFT87c+aMO18//9KXvuSO05/YsMcIufPOO9399NgP/dAPVTR0brrpJqdfCLae//znuzmBTGxgxPPk3nvvLZtH/Pz5n/95Wbt/+Zd/WfY5cw1CQWR5wQteUPF5mU8f6mV0P/roo8X/f/zHf7xw/Pjx4jh/y7d8i3sGF2J0f/7zny875+1vf3vF6zEYISNjIy7evNq3b58jdlto33/jN36jeHzlypVuUypGrTr/yq/8yhmbqPH1f/VXf1WT0c1cQfd8L2zatKms3aTBP9+5ZjAY2htmdBsMhrYwulmM6+L4m77pm4oLLgytiYmJikb3fffdV7ZA+s3f/M3iZ+9617vKPvvsZz/rjuOBxYuqXqjDhw8Xr3nxi19cPB+vq6KS4YgRFd8DL6vit37rt4rH6QdGca1jg+HGYvlf//Vf3cI9Xtg+8sgjsxrd//iP/zgvoxsD4OGHH3bHn3nmmTIPYRw1kFzYvvrVr07tT7VGN4tiZbD/tV/7tbK+fO3Xfq0zDqampso2HvD8N0oXtc6TX/mVXyke+4Vf+IWytp5++unC//f//X9uPOuBF73oRTO82sPDw4Xu7u7i8fe85z1l19x9992pn8XPyXOf+1x3jLFmMyGORuE5BMy72MuPYZs2H/j52Z/92eLG1WzI5/NuzPQ6nn8FssDWrZ8x9iMjI+4zNuhUR0lDaL59qJfRDV7xilcUn9cf/uEfLn7OM71Qoxvm8vicn/zJn6x4fdoPnn6NRplP3zHk8a4TLRBvLL373e+uqr3ZdA54f8X3S9scqNbo5od3ACByhnmux7/xG79xwXPNYDC0P4xIzWAwtAVgwH3DG97g/oaVW/P5fuiHfsjl0lXCX/3VXxX/Jm8vZtD+8R//8bJ8QT2XXM6v+ZqvcX+zeQnxD3j22WeLOcnU3n3Tm940p9wf/vCHi3/TLjmKtMEPuZeKU6dOySc/+UmpFeTCwtz7VV/1VS43FMBkTl7o7bffLo3Ad37ndxZzFcmdpv6ugjFqFNC/sjOTQx0D8qeOjg6X0wkxW5o89dZFrfOE+8VkZhDd/cM//IPLbyV/9Nd//dfdeC4U5ODGufuvf/3rizmmX/3VX12RxfwHfuAHin9/8IMfLP6t/QI/+IM/6H4zvzTHG3zt136ty/un3+Sxx6RVaQzqgGfvN3/zNyvWgyZvHiZ+7kV/VPeA5//q1avub3Lr4WlQ/OIv/qKrWQ9e9rKXuWcjDfXow0LxEz/xE+439/u93/s99zf58uTgLxTk78eYLT9Z2cvvuuuuIhcCucmvec1rinnPtYLc8Je+9KXuHQ2PwMqVK907lvduJVSr83oD/or/8l/+i/ub/r/kJS9JfYfMd64ZDIb2hxGpGQyGtgEL1D/+4z8u/g8JVWwopCFeVENYhWGmwECDMEzJvuJzMS7++Z//uWh0QPbFby2fw4IyJgKazQCKZcFArgRInGoFBFwYwCdPnize68EHH3QG3R/90R9VNGgWAkiDKi3mlYitEYAcKe2eSQK2eBMmlqcRuqhlnnz7t3+7K+MEwdz+/fvLNoAGBwflP/2n/+QIrHQRP19gTOv9IaSCIE43AdAdhj5QxnsI9XRT42d+5mccUR3GBURwkHDxWzetvu3bvm3GWAJkr3UskSV+HmOSrJ/7uZ9zRhckd5UAMR/zP1lea9++fTP+/7//9//OuL4efVgoMGqZu5B3JQ3xhYLNnErPTxrTOGR/Oi5sakHihgH8C7/wC2Xv3WqBIQ+pIfOdecTGwq/8yq/IV3zFV5RtQM1H5/UGcyR+V1Z6p813rhkMhvaHGd0Gg6FtABvvy1/+cvnEJz5RNBLWrVs36zWxAYMXJYnYcxKf+3Vf93XOgwsbLZ6OT33qU2Vs0Orxmwtxm6tWrSoy5KZhPkzmWjIMYLD99E//tPv7Ax/4gPuMhWwlxHVtWejCHl0NkizdjTDs04DXuBJipvJKi/ZG6KKWeYKxAIM4Bg6edKIUMOZgmMbQfe973+s2gmDlB7THZooa5cz/avChD32o+DfGN7WWZzPQqaUO+vv75bu+67uK92cOxTWav+d7vqdojCQ3BqjHXGkeVPLeJ+eRRhngLdTnEp2jJ+535cqV4gYAwJBL24CBfTxGJe9oPfqwULAp8qM/+qNF7y/s/BqZsFDE9bmZV9V6Ydmc5D1LvXCg79taoYY8Gzh4gTG62eShf7yz6Pt8dV5vVPtOm+9cMxgM7Q8zug0GQ1vh53/+54ueBw0HnA2UulEjBG8SXhwWlYAwwbis1nOf+9yyRdf3f//3u/BBQMkd9YzhGYzDD6u9P4bhxz72MWfcpJWvIoR+ISDEmlJQGH6AcGUMJQ2hZ2HJQlYXinE5L8r5xEZ4vRCXKGpE+7WgEbqoZZ5gWGN441GNvaqEFXNd0sD57d/+7WLIMaG/cbm1SqAucuw11XJJMdhcUS8oJfje+ta3Fo0MIkfU6OazGG95y1vKnhWMJjXKf+3Xfs2Vq0uCkli16J3NiNhweeaZZ4rpC4R4a4pJDFIDYlmY/7qhgpH2H//xH6n3alQfasV//s//2ZX5wytM/2bbXKoWhHHHRjclu9STXQ10swfM5nmuBoSs4+H+yZ/8yeIc/Yu/+AtXP3y+OgfJ8mfoKC1yop6Y71wzGAztDzO6DQZDW4F6tlrTthqw2MSowJvCougbvuEbXAgwRgbHtT40Hqbv/d7vLbuWXFwWi5xDmKVirpD2GN/93d/tPIkY+Bi5eHwwsFgAY9wR5kw4It4gjLKFghxZzQfFs/+2t71N3v3udxc/J0+VWsAAuYgUwJuE0ciCtd7GRVwHHS8v3jM2ATD+yT1fTDRKF9XOEwwrQnUJM0cP5Kti0MFREHvgF4I4TxtjIM1Qx6ghCgLgZcfQf+UrX1m8hrD7T3/6025MFK94xSuK1wBkxyuu92MTgdB0jBJqHBOGi3H1T//0T87jmWbMpiGuDa/edjYu8JDyvFa65pu/+ZvdfXRjDkORzbX3ve99ZTm4MRrVh1rBRsx8vcnxs0XUBMby3//93zujWw1D0k+U72G265n/bMjRX8K9FTo3FgLyutlEYr4BnhdSFXjnzEfnyXcL+K3f+i13He928uJny2GfL+Y71wwGwzLAUjO5GQwGQz3Yy+fCbCXDYCLevXt3RZbenTt3Fh566KHUdl//+teXnQujMeWXamHgfvzxx13pndmYgil1NZ+xSWPI/Zqv+Zri57BVx8zGH/vYx8rKbSnzNnVta6nTHeOOO+4ofkad2hhf/vKXZ9Q/Vtb1atpO1ulWwBQct6flx0DM4k6ZsUbqopZ5QjmmuPRW8odr4prIMZs1Op8LsC5Tvkiv+Zmf+ZmK58al1WDtjvEXf/EXM2T7yEc+MqON0dHRwrd+67fOOpZUHKAcWTVs0gD2eWX0jn8GBgYKv/3bv112LGbWPn36tJtTyet4Pn7gB35gBvv6QvpQT/by2VALe3naD3ONOvZXr16dU85KP5TnY2wX2ncQl3nkh5r1C9E5rPeU6kqT+8knn6y5TneM//bf/lvqu2ohc81gMLQ3zNNtMBhaEjHzdjX5lOS74jUEsUdO28JrgveH8D/1tkDmQ+4iHpdKXhFyLWPvBd4u8muTgDEbhl6Q9NwQZgyZEB5NwrjxKOEd4TxlwCafdD5jkyQ1U2833msFniv1upI7+cADD8gf/uEfupxhSL6+7/u+z3mI8LZpXveWLVuq7h/ho0puRH+SesHbCqkbnjhlVI4Zz2drm3HRvsSfoYM4dDoOyYUwSj9L5m3XWxe1zJNv/MZvdEzQ3BsdHD161HkWCWVnDGGFj9maIfnTflTDRP/www8XSdHA6173uornEhJPKgI4e/asiwLRcF2uI5pE0xAIwf+mb/qmGW3wzPBMwfiNF59nDF3RH54tZIcRPA7h51nWPsXs4Apk+Jd/+Rd5//vf7+YjxFk33XSTi0ggCiPWeZyHS/QEY0o4vqZXwJz9Yz/2Y2URLMlc/fn0YTYQNRHLGHMNxJ9VE9HAM6jnJ/PPk/fBu4vXGIZw5jJjy3yrFFKevD5uh77yLBDdgFe32pDt2fquYfTMOX3W0e+b3/zmeescWXmfQ04IeSR6U+++jtds8222z3bs2FH8LH5XLWSuGQyG9kYGy3uphTAYDAaDwWBoFDDO2NBJGsdsImFcYciB3/iN3yjm3xsMNtcMBkO9YEa3wWAwGAyGtsb58+edcQ1xIKWq8FQTWUEeMeXZAPwFEMiZB9Jgc81gMNQbZnQbDAaDwWBoa0B8R3hzpZJNEF195CMfcQRbBoPNNYPBUG+Y0W0wGAwGg6HtQU4vpajIzyZfvrOz0+Umw1JPTnoyx9hgsLlmMBjqBTO6DQaDwWAwGAwGg8FgaBCyjWrYYDAYDAaDwWAwGAyG5Q4zug0Gg8FgMBgMBoPBYGgQllWdbmqtnjx5UlasWCGZTGapxTEYDAaDwWAwGAwGQ4uC6ttwhmzZskWy2cr+7GVldGNwb9++fanFMBgMBoPBYDAYDAZDm+DYsWOuSkbLGN2XL1+WsbEx2bx5c8Vz2E1gV2HlypU1tY2HWwel1msNBoPBYDAYDAaDwWBQDA8PO6eu2plNb3R//OMfl9/7vd+Tf/mXf5GBgQE5f/78jHOOHz8u3/Vd3yWf/exnXXj4c5/7XPmzP/szV/KjGmhIOQa3Gd3NBTZRRkZGpL+/30L/2wim1/aD6bT9YDptT5he2w+m0/aE6bU9MFfqctMQqX3wgx+U7/zO75Tf+I3fqHjOt3zLt7hY+QsXLsjFixedgfba177WTVZD6+fbs6nCb0P7wPTafjCdth9Mp+0J02v7wXTanjC9Lg80jdH9oQ99SF73utdJR0e68/2BBx6QL3zhC/K2t73Nue8xuPn7oYceks997nOLLq/BYDAYDAaDwWAwGAwtY3TPhfvvv186Ozvl3nvvLR676667nPHNZwaDwWAwGAwGg8FgMDQbmianey6cO3dO1q5dOyNeft26de6zNIyPj7ufONEdTE9Pux9Ae4SsE9oRh6lXOs4xPqt0XNuNj4Nk2HSl47lczrUbH1dZKh2vVvZm7hM/RDno/duhT/OVvZ36NJdeW7FPcx1v9z6pTvndLn1qRz3V2ifVaTv1qZrj7d4n1Ws79Skpy3LqE8fjZ7Ud+tSOeqq1T0m9tkOf2lFP+Vn61FZGNx2bmpqacXxyctINdBoIP//VX/3VGccPHjzoyNrA4OCgY0o/c+aMDA0NlRnz/Jw4ccIRfCk2bdokq1atksOHD8vExETxOBTxtEnb8eDv3r3bPUj79+8vk2Hv3r2uP4cOHSrr4759+9z9yG9WdHV1yZ49e5x8p0+fLh7Hyw9bHvntMfFcK/fp1KlTbdendtRTrX2iKkG79akd9VRLn+hHu/WpHfVUTZ84rjptlz61o57m2yfaa7c+taOequkT36W0pc9qO/SpHfVUa59Y+8Z6bYc+taOeTlTo05EjR6QaZApNxkL27ne/25GpJdnLP/CBD8ib3/xmV06MQQTsijBwXPMDP/ADVXm6dZCVvdx2appj94nf6IcJz/m2o9Yeu4Rz6bUV+zTX8XbvEz/olHcosrRDn9pRT7X0ieOqU2271fvUjnqqtU+xXjm3HfrUjnqqpU/cE2NAn9V26FM76qnWPiX12g59akc95SvIzmbY6tWrizpseU/3S17yEtfZ//iP/5Cv+Zqvccc+8YlPOKOaz9LQ3d3tfpJAMUnvuCoxiVqPV/K613IcBdZyvF6yL2WfeNjOnj3rjLN6ym56Wtq5t1C92vPUfO8IvnBUp9zP9NT673LkUZ3G57Ryn+w7N1OmVx0/01Nrzz2Q9qy2cp/sHVG7Xk1P0hJzr2mNbsqA4cVmlwDjWsMDcN0TXnDdddfJG97wBvnhH/5hef/73+8Gj79hPL/55puXWnyDwWAwGAwGg8FgMBia1+j+qZ/6Kfn4xz/u/u7r65PnP//57u9///d/lxtuuMH9/Ud/9EcuR/uHfuiHnLfl67/+61Nztg0Gg8FgMBgMBoPBYGgGNI3R/cEPfnDOc3p7e+Xtb3+7+zG0Fwj9ID9fw1UN7QHTa/vBdNp+MJ22J0yv7QfTaXvC9Lo80HREao2EEjrNlehuMBgMBoPBYDAYDAZDPezL6jK/DYYGgzx+GOuTbISG1obptf1gOm0/mE7bE6bX9oPptD1hel0eMKPb0BQg4AKjexkFXiwLmF7bD6bT9oPptD1hem0/mE7bE6bX5QEzug0Gg8FgMBgMBoPBYGgQzOg2GAwGg8FgMBgMBoOhQTCj29A0zI2QEBh7eXvB9Np+MJ22H0yn7QnTa/vBdNqeML0uDxh7ucFgMBgMhubHxITIyCWRqUmRji6R/lUiXV1LLZXBYDAYljGGjb3c0GrMjadOnTL28jaD6bX9YDptP7SETq9eFjn6uMjZoyIXT4mcPeL/57ihdfVqqAmm0/aE6XV5wMLLDU3D3Eh9O2Mvby+YXtsPptP2Q9PrFA/36UMi01Plx/mf43xuaD29GmqG6bQ9YXpdHjCj22AwGAwGQ/OCkPKkwa3gOJ8bDAaDwdDEMKPbYDAYDAZD84Ic7oV8bjAYDAbDEsOMbkPTMDeuW7fO2MvbDKbX9oPptP3Q9Drt6FzY58sUTa9XQ80wnbYnTK/LA8ZebjAYDAaDoXlBzjakaWkh5rkOkR23GIu5wWAwGJYExl5uaDnmxmPHjhnLapvB9Np+MJ22H5pep5QF27TbG9gx+J/jVjasNfVqqBmm0/aE6XV5IPENZjAsHXPjyMiIsay2GUyv7QfTafuhJXQ6sMp7tIt1ujtF+lebwd3qejXUBNNpe8L0ujxgRrfBYDAYDIbmBx7tro1LLYXBYDAYDDXDiNQMBoPBYDAYDAaDwWBoEMzTbWgKZLNZ2bRpk/ttaB8sO71C+FQMf+0S6V/VduGvy06nywCm0/aE6bX9YDptT5helweMvdxgMBjqgauXRU4fKmdYVqIn8lENBoPBYDAYDG0FYy83tBxz47PPPmssq22GZaNXPNxJgxvwP8f5vE2wbHS6jGA6bU+YXtsPptP2hOl1ecDiAw1Nw9w4MTFhLKtthmWjV0LK02oIA47zeZtg2eh0GcF02p4wvbYfTKftCdPr8oAZ3QaDwbBQkMO9kM8NBoPBYDAYDG0LI1IzGAyGBb9JOxf2ucGwUCwDEj+DwWAwGFoVZnQbmoa5cdu2bcaI3GZYNnrtXy2SO5keYg6ZGp+3CZaNTluexO9E1SR+ptP2hOm1/WA6bU+YXpcHbNVkaApkMhkZGBhwvw3tg2WjVzyKGDgY2DGUvbyNPI7LRqfLiMTPdNqeML22H0yn7QnT6/KAGd2GpsD09LQ888wz7rehfbCs9IpHccctIht2iKzZ7H/zf5uVC1tWOl0mJH6m0/aE6bX9YDptT5helwcsvNzQNLASRO2JZaVXPNpdG6Xdsax0ukxI/Eyn7QnTa/vBdNqeML22P8zTbTAYDAZDq8JI/AwGg8FgaHqYp9tgMBgWE8YyvTRo13FXEr/xayLXrvqQcrgEegZEunvaisTPYDAYDIZWRaZARfZlguHhYRkcHJShoSFZuXLlUotjiMA0nJiYkK6uLiNoaiOYXqthmQ5kay2S+92SOm2DcZ8V546LPPOAyPho6Vh3n8gN94qs29qeOjXMCdNr+8F02p4wvS4P+9LCyw1Ng44OC7xoR5he68cy3SxoKZ220binAvmHznnivk27RNZt87/5//LZqvvXUjo1VA3Ta/vBdNqeML22P8zoNjQNgcT+/fuNSKLNYHqtL8t0M6DldNom4z5n//LTIrlOke5e/5v/q+xfy+nUUBVMr+0H02l7wvS6PGBGt8FgMLQQy7TBxt3mlcFgMBgMrQWLJzMYDIZFedt2LuxzQ/OMezORstm8MhgMBoOh6WFGt8FgMCwmy3RaqDOkXsYy3RrjnkrKdmLpSNlsXhkMBoPB0PQw9nJD0zA3ktOSzWaNPbeNYHptPxbtltRpvcYdD/fRxysb8DtuWRqP9wL715I6NcwJ02v7wXTanjC9Lg/2cvN0G5oGU1NTrmSNob1geo2AAYRhVgxN7vSeyhab9y2n03qNezWkbF0bpRX713I6NVQF02v7wXTanjC9tj+MSM3QFMDLcujQIWPPbTOYXlOAYbN6o8j6bf53ixk6LavTeox7M5PhLaB/LatTw6wwvbYfTKftCdPr8oAZ3QaDwWAwVAMjLTMYDAaDwTAPmNFtMBgMBkPVpGUVsrKMDM9gMBgMBkMFmNFtaBpA4mNoP5he2w/LVqeEbENOljS8lbSsxVIFYixbnbY5TK/tB9Npe8L02v4w9nKDwWAwGOZdp7s1yfAMBoPBYDAsHnu5bW0bmqZcwtWrV91vQ/vA9Np+MJ22PhleEqbT9oTptf1gOm1PmF6XB8zoNjQNc+Px48eNPbfNYHptP5hO2w+m0/aE6bX9YDptT5helwfM6DYYDAaDwWAwGAwGg6FBMKPbYDAYDAaDwWAwGAyGBsGMbkNTIJPJSFdXl/ttaB+YXtsPptP2g+m0PWF6bT+YTtsTptflAWMvNxgMBoPBYDAYDAaDoUYYe7mh5ZgbL1++bOzlbQbTa/vBdNp+MJ22J0yv7QfTaXvC9Lo8YOHlhqZhbjx9+rSxl7cZTK/tB9Np+8F02p4wvbYfTKftCdPr8oAZ3QaDwWAwGAwGg8FgMDQIZnQbDAaDwWAwGAwGg8HQIJjRbWga5sb+/n5jL28zmF7bD6bT9oPptD1hem0/mE7bE6bX5QFjLzcYDAaDwWAwGAwGg6FGGHu5oeVIJM6fP29Eam0G02v7wXTafjCdtidMr+0H02l7wvS6PNCx1AIYDFouAaN79erVNiBtBNNr+6FhOp2YEBm5JDI1KdLRJdK/SqSrq773aAUZlqA/TfmcViN7K+trEWRfVL22si5aCE35rBoWDNPr8oAZ3QaDwWBYWly9LHL6kMj0VOlY7oTIpt0iA6uWjwz1RCv3pxrZ271/rYR264/BYDA0AEakZjAYDIalAx6y5IId8D/H+Xw5yFBPtHJ/qpG93fvXSmi3/hgMBkODYEa3oWmYGwcHB429vM1gem0/1F2nhKQmF+wKjvN5o9EMMixhf5rqOa1G9lbW1yLKvih6bWVdtCCa6lk11A2m1+UBCy83NAWy2axs3rx5qcUw1Bmm1/ZD3XVKDuhCPm8XGZawP031nNZDF82sr0Wca4ui13Z7dpocTfWsGuoG0+vygHm6DU3D3Hjq1CljL28zmF7bDBMTkr9wSk49/ZjkL5yuT+hoR+fCPq8HZrtHNicyPipy7rjIpbPNGy6LXJfOeDnHx7zcVfa3qZ7TauZDI+ZMPH6N1PMizvc59VqPPjfD89uMem4QmupZNdQNptflAfN0G5qGuXFoaEg2bNiw1KIY6gjTaxshkCUVJidl6MIV2ZAfFbl0auFkSf2rRXIn00NUcx3+80ajkgwFETl7VGTVRpGOoeYliEoSWU1NiVw+I7J2q0hm7jFtque02vlQzzmzmERgizjfZ9VrvfrcDM/vMiJ8a6pn1VA3mF6XB8zTbTAYDIalI0uirBCLXhboMfif44tRdihNBjzFF074xXhHR/MSRKXpBnmRG/ljj/dijmkj50M958xiE4E1w3yvZ5+boT/VwAjfDAbDEsM83QaDwWBYOFlS18b5jyIG4o5bojq/nd5DtpgL9qQMhJQ7D3dHY/rcaN309It0dIv0Doh09y3NmDZyPtRrzjR6bjfjfK93n5e6P82qZ4PBYIhgRrehaZgb161bZ4ycbQbTa5sgIkOCNHddX7f7nfb5vOE8mEu86I1lIOdTQ8qbmSBqNjnYMMDgXr+t9Z7TauZDPebMUhGBLcJ8r6jXRvS5GZ7fZUD41pTPqmHBML0uD5jRbWga5ka+SAzthUXVK+GDRU9Ll0j/qubytLQyIjKkLIu+/u6Kn7cNtE+EZ09e83nSGLGdPSL56ebpcx2IrJb1+3exiMCS7yc2Q8ZHGvq+qqjXViM/qwfapM/L+lltY5helwcsp9vQNMyNx44dM0bONsOi6RWCnKOPe9Kri6dEzh7x/3PcsHA4siS/R5svFOTY0Kj73ZRkSfUCfcpkfY7r6cMi54/73/zP8Wbpc6SbGahSN8v6/VuH8av5/XTmiMhDHxc5+mRD31cV9boYfW42tEmfl/Wz2sYwvS4PmNFtaBrmxpGREffb0D5YFL0aQU7jEZElocqRiSn3u+nIkuqNiWsi04mwU/7neLOgDkRWy/r922gisOT7iciJc0c9Z8Cl0z6CokHEbRX12irkZ/VEm/R5WT+rbQzT6/KAhZcbDIbWhhHkLA6ULOnKBZHRYyIbtousWNsyi9V5zavOLpH1O0WuXfVGEQv0ngEfZt5MxEutQGTVzGjk+CXfT6QqTI77v/FWMre0XNViEnotxzmzHPtsMBiaBmZ0GwyG1kabEOS0BFicrtog0j/kf+eiclTtBp03Wn6r0ufNgmYnsmp2NGr8kvNEPduKJKP2Ys6r5ThnlmOfDQZDU8DCyw1NQyKxadMm99vQPlgUvbYJQU6rYNk8q8toXi0bnS4FkvMkWYIuGe5cx3llem0/mE7bE6bX5QHzdBuaplzCqlUp3iRDe+t1vozj8XXsHXItjNJJlmnKqjSKIKeRbOlNzMQ+Q6dNLOvCiZdOptf2LYTQYFdWrMX6PHpV5OJJn5fe1SuyZrNk+gZa8/2bNvdAM83H5DzivdTZ7UPM2eQgXaFBhF72vdp+MJ22J0yvywNmdBuahrnx8OHDsmvXLvO2LBe9wtQbEwyB3AlPapMWzjvbdaPDfpF99RKMJP4YJXn2PacxC+75yr7Ubddbp4x7E8taF+KlZP8mJ7yxCpt5q/WZTYJnHvAkXoruPslff7ccHplqrfdv2nOSOeY3E8jFbxbdJOcRm4Prd4hcOOFlUs93Awi97Hu1/WA6bU+YXpcHWuTb1bAcmBsnJiaMkXO56HW+jONp1+HZHjonMjIssnqzyMBqkcH1Iqs2+uN1ZANekOxL3Xa9dTo+3vSy1o14acMO5xGWNVtEegdECtOt12c83EmDG4yPSmH/gzIxcrV13r9pzwms4Gco7XasPG+6GXSTnEcbd4jc9SqRHTf5/znO53XeGLDv1faD6bQ9YXpdHjBPt8FgaB3G8bTrYP91NUvz3kvU219dW4st+1K3XW+MXm4dWetFvHTpjMjURGv2mZDypMGt4PjYFWkZpD0nMSt4zAjeLLpJI/Dqi0LLDQaDwdDWME+3wWBoHcbxtONJr3et92omtvRWYmJvJVnrhVbu81y1xSttoDQj0sY56d2u5hqDwWAwGBYJ5uk2NAXII9y2bVvr5BO2GhpNdlWh/Yp6VYZeQkKT5GfkPFZi8NXjnK+1k8mxnQ7XQJw2Pla5rWrHYbbzGslq3QKM2UWdTlytr6yNnqMpBGI1expbQD8V0dVT8SOezm3r17bO+zdtnGNW8CQjeKVrWo2UrV7v3yWWyzB/LLlODQ2B6XV5wIxuQ9MwNw4MWKhdQ9BoYq5Z2s8MrErXKwy9meP+Og0JBbD6btxVmcGX45MHfN6mCyln8mRFxkdERqdFurq90Z3WVrXjMNd5s7FaL5R9uJFt1/tZnegSuXiqPrI2eo5WIBBzRHvrt7WVfiqCfHT6nBJinunpk4Etu/ymVSsgTQ/KCj49Wc4IXo1uWoWUrV7v3yWWq6nGr8Vga6X2hOl1ecC2ygxNgenpaXnmmWfcb0Md0Whirjnanx4bq6xXFrQskMuum5w7DBaPXS7ptcqK9K8UGRtJb6vacajmPGUjTnrT6sE+3Mi26/2s5nL1kbXRc3QWAjF3nM/bSD8VgVefTQYM7xjdfTK99x555vjJ1nn/pumBqBY22dZtn+n1nk03rUbKVq/37xLK1TTj14KwtVJ7wvS6PGCebkNTlUww1BmNJuaaq/3Ry+l65To8SOt3lsLEWRzjoWLBPBuRWiHvF9Ealo53Dg83YeZ4uvhJtqXyzDUO1Y6XshEXQyc7vSetHkZXI9uuE4o6rYesjZ6jcxGI8XnfvrbST0Xg1SfEtxhm3xM84L2Sv7hfWgqV9ABq0U0rkrIt9P3baLQSIWQLwtZK7QnTa/vDjG6DoZ3RaOKnhRKiYRSnhRrOdR1eLbzd/BBOHoeUD66rTcb4nFr6k8ZGXC80su1mk7XRc3SuyIm5Pm91/aR5vJObDK3i4a5WD7XoppVJ2ZqV2K9Z5TIYDIYlhBndBkM7o9HET/Ntv57XLZRAKT6nlYmyWhWNHvNZCMSq+tzQ3mjUO2Ux0Kzvq2aVy2AwGJYQZnQ3G5Yp2yfMjbt3724MI2crj+lCZZ+N+Kng4pk8ydR82XrnIJbKDqyR3QNrvF7jvmQ7/P3TeJumpkVGhnxNZFim8VxTG9l5R7JerrhWcrUESpXkTN6P/ztyqf0pI2Oar26adT5WKVfdnlW938S4yLVRP/aFqXImezywyTla61i58Glqt+dFCoVSKoMjDcv6zxeKZmW+nq9O58vy74jaRua+LskkHz/jizVWKjtRMswxDEEiaIrvFLgjcl6+uCIC86ZR7wHGoBaG/Vrev4uJViYcXM5rJcOSwfS6PJApFFiFLA8MDw/L4OCgDA0NycqVK6XpkMr22bEs2D6ZhuSz8OKBxbFuaOUxrZfsae2Q/+yMnCisFBbwGWy9VdxvFjkL/YNer6PDkoGYqIwdOOV+o8N+EXo15GF39YkMnRVZt60UNu5k7/G53bXIniZnfD9ehcy9gdV+Ad63sra2FjhWSzofa5CrLs9q8n6o8tDDnsBKPc+ZnMiW68Lu0OwyzYkTB0Qe+YTfXFH0D4rc8QqRrdxjAUhlvp7ns9QMOmWMqrku2T5qunDCn9PTX/m6JJM812Gob7+xpPtGj1VS9msj/tjareUbgSefLX9HJhnv6/keqOZ+833/1vt7tRo067uuxdGwtZJhSWF6XR72pRndzQJ2vY8+XnlnGMKYZvCGNZC5cf/+/bJ3717J4V1Y7mNab9ljrwqryuHz5d5ijB23QJr05GbJ8Mq57lfmtSmRFzm9PvWU7O0cl1y8mFTg4VmJMV3w3qYjTwSytIIjd5LzeH3GvCd7zx3+mC7UWYhqHe5qCZRiOZP3U6gna+fNbD/PbGu+umnW+VijXAt+VpP307mHTjjGgpxICDZElCFdPZAVZKrqfqNXRK5cLM2PFWtE+lYsbNzTxm6hz9JS6nTnTsmdeGru6yrpEPIxnpm43/F1eLgf+njJ4GZzgggTxopohL33iGQzjR2rSmNDhMXUuMimPX5+sDnAOUmix+4eLxeo13sAboqn7xcZuyIyuMHP+9jwvutVs3u8Z3v/1vt7tRZUkMswfyy5Tg0Ngel1eRjdFl7eLDC2TxvTRs6HmHCIRW5scNeDrXc2YimM5my+tJiOgRwszldvFDn+jMjVi6XPMIS51sk37g2m7q3+fxcZnBVZuzkhxxxjEsuZvF98X44zJtv21U83zfqML7ZcyfvFcw+dssEC8lP+h8/jEnG1yqT3Y8NG589825qrL83CfD1fnY5enh/Lf9xnNrPifsfXJZnkpydKZQPxdrPRMjA4t5yNGBveQ/xQCUHfMWlEjyqX/l2P9wDGNn0HREj0hkiBahn2m5XYr1nlMhgMhiWAGd3NAmP7tDFdrPmw2Gy9c5Ws0baTLNIzPFGTzcFqvVDG9lqvazQWW64Zekyp5Zv8PFmXvRaZ2ulZqhaNnqM167DSM56IfsHTXIs880E95sNCzkk7Dq+BIo7qWAjDvsFgMBiaCmZ0NwuM7bN9xrQepEoqG4vZtDrWC5E9te1OvwAmXK1ebL1XLomcPuw91B29Plc6uaiO2yaf09Xc7gn51Tn/GccmQ3jiQmWKkbxfTLClNYwbwbxOKK7WGFdyJg2TXwpirlr6g1xXLoiMDItcPudDtGcL4U+Tc4YeO0qhxng+8ewRXs7/5O3H4dk6fpwzG7laLAMkWM4oLPg5ORl0y3wkdJdUC+ZoNcRVS/UspWG2cW50VYFkv9lYGxvx45rW7/gZj5EMj+3ork2eNNQ6/xZS7aBu74HO4Fov+OPNzrC/FGSQ1dyzxUkqWxbt3j+DoU4wo7tZsMzZPiEFIUeproycSzGmqaRKx1JIlU7MTiiDbJMHRM4fK/cUY/Cs274w2dPaJvR27KonQJqNAbxG4qrsyJDszRck++wln7t9y4sdYXRq27BIDzwrcvKgDyuHyAyZ+CJfs8kbeAuRKYnk/RQYXxB4VWK1nu+84njmeCn3VUE49cZdpevqNYeqRbX9CXJlpyZlb59I9txRkUunqiCYS8iZvB+bDhhb54/7cPLBkIYwctnrQDclAKn3Z4+KrNoo0jGU3n5SBowYDOsjj5dCeDHqd90qMnTOzzM1/qohrlrsZykNc41zjXO0+P7FALx0eu7rkv2mz6SKjA2LrFxf3u/kM+4YzkOIea4rbFKEnO4keWGtYzWf+Vepj/U6p5r3ABtAbPYVUgxsxmueDPsN+V6tZozrjWruuRRyVYM6y9UQnS4EzTruLYam06uhITDtNgvYFeQllfQQKNvnMtg1nEqGKLbamLLbm/zyYcEPazeL02TYKedyTUX58RolvCX8j1G4UCTbxqDbuMMTSy10rPAmRkzRUxg4vQPe8Hn80yVvVrJtdsjx+CgrOXmOa7f4/nKuylsv/SXvp3De1U7/eb3nFeOsOawK/tfw0XrPoWpQTX8Sck2pgRnLkCZ7mpxp94OcivHG+HCe0pzIirXlua2Mg7Jjx97vuWTIF7yhjjdbsW6ryMGH/fGY3wBjEGZtCL+a4VlKQzXjPI856t6/tVwX95s+U2Ggd0X5c5O8jigCNjUwJPVZG1zvmeR331pOolbrWC1k/iXvWa9zqn0PjA6J7LylNC4K/r/h3tqiLxr5vVrtGNcT1dxzKeSqBg2Sq+5rpfmiWce9RdE0ejU0DObpbiawmITxdBmyfVIC49ChQ/Vn5FzMMa0nqZJj1M77xVtaKPJCyZ8qtQ0wkFnszXeszh4pGtx5ycih3KDslbzk+ju8UTMx6u+dbBu58HTBUl5kme4S2XaDj7zkM8qG1Ut/qfcLrNZ47mYb4/nMK87FUw2zc1rKQCVypsUg5pqrP9HcxoY9dGlE9q5dIbnMPIml4vu59INuz1ydrNNNrqvOR+aO83CnfG3NJgPl4DDWMYJpqxDuf+xJHwbOXFVW/GqJqxbrWap0z2rGuYY5Wvb+rea6Sv3euNM/37M9q0QREH5arEfd4w3vYp3ueY5VLeRx1fSxXufU8h64+QX+XUdqBeOCh3sBBnfdv1eXggyymnvq34sp1xKNV8PWSvNBs5KDtiCaSq+GhsGM7maDsX227pjWk1RJj2Ng401Sj5KG2daD/KlS2xgJ1YbXpuFaxE4cIxsWknhJYSuvJFcayzTAG5Z23Xwx1/3mGuNa55W2l8aIPNv9FouYa7b+NIJ8Su/HcWWslsR8ZKx0Proc7qHaZcAoBOR2E3WBYcQmhpJ4JSMPaiGuavSzNNs9q/l8vu++ua6r1G/Gkr/nelYxJKvZ1KgFtc7RasamXuekyZHKjE4qzeb6z5l6YSnIIBeL+K4RaFbyzHqh3ftnMNQZZnQbDHV7mlKIc5I1equ5Zrbj1X6+kGsXSvTU0ze/zxeb+K5V7jffOVRPNJJ8qlbyrlrbV68z0Hy5+NxkCkctxFVLQdbYDKSbzSBDK8jUynK203xfqjFtZV1Xg3bvn8FQZ5jRbWgaVsumI5ColZEzjaCHBT9EWXgw5iJViu8H3QL3xJOUDFuFcGcugqHZZF8owVxa24SGargohEg9K0Smxx0reLaQ8bI7pvA+kQ07qx+/asaqFnbv+Dq8noQac79kmCc5xvUgvEq7X0q58hnkTOPXSjK5nPYuHx5Nv64SDt3tx5gGk3Imx4aFD4RhLpQ3MHSDYnhvOMa58XUupHukfD4SxTB2RbLuHtM+hzceq0r641rmcMw4rvoihJx2eUaGL3gvNPN81foSKVitBFiw0etz07vS9w+2dXTAmBEjv3KtJzzDK6vA+03uOOHul85Wnlc636+NiExOeNK0pMe8WiKwWlmZY13MZ96m3S+XK3//ziWT6iKep5VkqCezcbKttDka5+jPpoulYlxeZILPlicnrSfx3WKjQePVNGulZU4AXG80jV4NDUOmUGB1sjwwPDwsg4ODMjQ0JCtXRiyphkVktexoDVbL+cqeyjydTWGeTrSVdh1MyywIyUnVx7QaduVqZK9n/8DJZ0UK06V2MHKe+LxnoFbAXn7v14rsvKn+ss93jJOyx+RFkG0tBPOVE8MUMq8iw3POh+oeeqw87Blj8Y6Xi2y9vvI94Ts79LA3JLVEWncwEGMGdQxv7qGeCaabkpZhUM42H+OxqrbPGKquVFsgZMN4ffyz/rgar2nzpZr5kRw/+owxiEHPjyvLlBXZcr3IlculSAJkZJPrujsry5k2Z/S63XeWqEmrfc/Nd75Xo4t63i+tP8lxTpOhnt8BybbS5miavtLut9TfTUt9/1aTvZHfaY1Gs8pVL7R7/wyGOtqXZnQbGgO8CEcfr7wDCvlM5FVg72dkZET6+/slwyK5hWRPvT5JrAMqke2k3c95BY94782qDb6kVexJqiRDLbKnyTlXv5JtE5r79P2eaXxwgzcQyZG+eMZ94Ra6e2VkYkr6u7slszIQlM1n/GYbKwxK96U/6cmJkuHY3A+kXne4xJStNaE1mmAuOWfDbHrAq4ZBidVQqX+xpxaDYv+D3iurhF9qROP9vutVPkc2eU/VDQYa/UE/GEXHn/J93brPG4sYxZfOeLkgM2MMtJwRxiljCpiPHd1SWLtFRkZHpb+nSzIY68mxKvPu57xxFj/SOreRj4UZRutjnwkbAuTX93n5yP3n/i96nciKSp7TCuOX5oHFy93V6T3EPSHiAhnUY+2ORx7rpJyav5yc77GH/JYXljy9c82dap5VUOndgDce45bxq2beznK/QjYnI+t2S39fn2SOPTH3+yNtniZlSJM9ra1qkJRdn/l4jupzjzHOpqTjBEh5ry30/V4v1Pr+nQca9r26CLLP655LIVc1qKNcTbVWavZxbyE0pV4NdTe6Lbzc0BSsljA3Hj9+vD0YOSsR61S6Ju1+GAyuLFPetxeXTpqL9bxa2WslAEprG+NDax+z+EdOFuLIf+2q5DdfL8c7VsneVSskRzmghYxfJRmqYffWv2dcx0/w0Ol1SoK1UIb4Snog/BUDIY1oKr5OCarwJFJSSI2NeC7ETNvJe8a6QSfoh+sxMN21Y977PB28y/xwfm9faTyZg4yp/j0xJvnpKTk+lpe9fZ2SSxurWH8Y88n1g87t/Lgff0rMaUQEnlvGJSbggQ0/NrqrmR+VyOqIwEiOO2OHnJQPi0PEk3Kii7T57nQV3llT4yKbKqRPVJI1DbPNW5WLjTjqmutGzFzzdpb75aem5Pjhg7J3x1bJVfP+SJunSRnSZE9rqxokZY+feZ2jqm/mG4b42s3VtbUQuZqc4LNh36tLQfjaCFK7xUId5WqqtVKzj3sLoSn1aqg7Wsrovnjxorz3ve+VBx980O0K3XnnnfKDP/iDsm4dXiNDU6GVWS0XW/a09pKerSTZ01ys57Xcq1qkXUs+rkIX3GWys/PdYBnmzRDfQFbw+eqh2jEu+/xa+rXxdXptUjfO6I7axGicSngo0mqwViN3tXNb2cWLcuarY8Ov9n7VfF7tM1itLhopa6PeDYx7tTItNqN08typOebkbG238neTwWAwGFoWLWN0T0xMyEte8hLp6+uTn/qpn3KEA+9617vkQx/6kDz88MPS2xvVWTW0FqsloUlXLoiMDHuyI+okL3ZoUhwe5UoL5dIX1fNl5JyNtCetvZwSj4VwTWSK63TXg/W8VjKytLa7ukt/M2ax7I5kq1dkYsp7EDt6Z5e9GiKwQiDBYiw0rJV7ESIN8H4NnfcyQGDH/70htBj5JoJnlWtdKHEIP06ygtMuXuSY+KuaOamy4xEl101liMOcQbJtHXdqRjNWmQ7vUdUSTGqI8j/PiYaXMzaEYtOWzls3Dtf8uPAsMWcmSU/o8n0eWO3vo3qId9UJWU7Wwc6l/R8ZOehj+Lyvt024OfWZteYyMjGWzBPVF/1x8yIKi46Bl9KFvYc5xP3Sxmq2Ocp90mqhJ+febPoiP5h5pWkHleY7cjK2XIfOju/3HvW56itXfIa7vcf/5EE/TkQmMIfT9JFWs7zWdwP6Yz5cy4gMd3n9pJVRi9tYKGsxY1fL86XtcR3ziHx6fTcyj5JztJKe4/c7ukXvbKRATNg7KDJ+NTwbs8y1tGON/L5aKsI3g8FgMCxPo/vxxx93P3i577rrLnfs1ltvlZtvvtkZ3S94wQuWWkTDfFgtAwlHZmpSuiZHJXPuqMilU4tLwpEkAmHBfvmMyNqtM0Nj58PImUo0cqLUx7SxwkggfPTiab8oVGIgjIKNuyrLUOO4l4ds7k8hIZpDToyivpV+8apllljMrtokcv64ZHKd0iX9kjlzwRsss8leFRFY1hs3LDwnRr0RjmGCIcrJU/0iOY6L38ghVxuWasbwzCHvNT1z2PcR45MF+/qt5czyGDnIgbwswJPjUI3syMsGksqg8+jCKZ+HHbedOVYiGmPunTjgZVi7xffRLfQzPgTbGR14WzPeK51hIwEm7VP+2kunfTsYf5yL8UvYNPOG//lN2+S8ktfsjNJgaLGgR5fOEA7GJwawjg19yXVKpqtHujomnb3j5D72lJ8HDDrs9ENnRdZt88Y39yQ0/vTF0hjgWSc/feMOb3ATOt436M9DBreJEjYM2CBBXvpX7RydPCBy/li5xxzZ120vn3tJfTGHCNVnY4J7ICdjvmZLabMrOd+Rkw0dzZNnA4PxrobwMO15QuSHPu43MdA7fWKsIH3TcGn0EXRRlKua91Pa/dDfocckMzUhXf1bJHOIeXStnBQure2FMErzbDJGqyDuq/L5or3M8VIet/IQcK8N28uf3+QYpL3f0TNGLERsvEOQibm+8xYRqi2wIZA21+JntXi/Kt4N88Vc3x1zgNzQrq4uyxFtI5hO2xOm1+WBluGn37lzp6xYscIZ2AoMcEgHrrvuuiWVzZACduJZGKR5yTiuZDxhQZHNZGTP6n732y0wOM7njUYkQxGaD8qCTL1ZSdkX0j6I+5g2Vhhl18Z8uaN40YcHarYQ1hrHvQgWohgqGKRxn+eSE3muv0tk7bZyjym5poNrJdvVLXu60G8Vsiflwqh49iFvnOL50zBoFqIYehiLwJVs6vWf4+FiQY5nnN+OYCzk5LLQP3OkVCKKdjHIR6+WQpwZB9qHoCo2Zuaak0nZuSf3jmVBPgzIeMHOWDPmjL2GzNIHjOXzx/2iHwNv+w0ig+tLMnV2+n4n5Ry9InLmaMkLrgYuZZUg+EI+SNww1otM5XmRDTs8azeKor31O7zhuHpT8BB3eKN1427JFvL+WcVQQQ8YqbTBPZGZcT15wHsUwdiINxJVf8wTrkF+7e++e7xc/ExOeuMWgxtmdvXyVjNHAXIkQ675Hy98JX0Bxgc96VxTgr0yPoXEfGcOnnjG93/zdSVdYLTB7M3cqoTk84SH+/FPe4PbRWcETyybEownenTnlXQxw+Ce7f2UvB8ebhjxpyYku2q97OmclGxHzo8tG13xGCbbruY9k3YObSvjeOylr+adz7tDPfCMN88DvxljjUBIypmmZ9o4fUTk1MGwWZTxGz6MO+PMJl7aXEt7VquVfT6o5rtjDhARuGfPHitF1EYwnbYnTK/LAy3j6V6zZo184hOfkDe84Q3yu7/7u25X6PLly+7Yhg0bUq8ZHx93PzG7HJiennY/gHaY7JAYxNXTKh3nGJ9VOq7txscB51dzHAIF2o2PqyyVjlcr+6L3iQXN1hsld21YCpMTkmdB1OdD4zL5vGRHLklhatKt/bjv8MSkDHZ3Sg4ZpyalwEId5u5G9ol7TE56ozCsQx3w2A12SRbjoLuvTHYW5FXr6coF58VnMyFfKBSr+7jzC5NuDPId66UQxkpGL0uGTQgIq9Zvdw4YDZPN5jok07tC8tw7GpsZfQptZceGnDcnKXv26kV/PC4WOHZFcozV9LjkMZbCgts58qanpHD1ouRZ5Ia2M6OXJZufdm0XCMvceoPzHmUmxyUrBclfHZJCrlMKY1dkeDzotW9lRdmdnoIu3HGcnWNXZBojkkUxso5fc22zaHZ9whvLAnlyQrJct3aL5DGiMfiDxzR3bUQKnT2Sx4CjLcZw5To3lgXmDWGqnb1O35lVGyU7eU3ynV1SiOa8GwNknG1OJmWHRG5sxDF9O6WvWCXZqWnJ9F2VaTyqrjYyhvOYZEOecB4DC3A+skBw1r9K8iz2hy+JbLvByZ/LZKSQ63Bj7Iz4rh7JDKyS7LWr/rhjuB9wBlkm1yXZHTdJfnxUChiQGNIrVnuuqYFByUtGCowj3ly82GNDTt/cs8D9Qg3kbGeXZAbWuL7mr16U4aFhWTk9KrmeFZKRvEyjHyaU21TJSBZv5PBFLzt/r1zv5KQdURkB8nT3SW7DDinsvl3y5094gzXbIZnxEcn2rfDPE+0zPtN5yUyPez1lO0rPU35SMlcuBH1MS2HDLr+RMj0lmY4OyXb1OgK4ov44dwpvfXgumfPoZe0WyRYKkunuk2kiElxoPuHHff5d0NEp+Wi+k8qQZV5197r7xsgx5hdOSL77+srviPh5OnvE6wkvbXiXZqhzf+Wi5HtWSIF3kvMOd0qmf7Xv65UL7h3qNi76Vkm2p8fptuJ7L3rPyLkTkmVDIbdapvN5Gc5nZWU2L5nOHsm6+V+QfLifvj8wP1NlZ8zRK2MT3jOurwOrJL/tJikUQ7tHJTO4QbKdnbO/D5Oyu+OdUli3o/x9uH6bTDvPc7ePjAhjICpj4rl0U2X4one3s2HSPSC5iTH3DOTZ9KCt0WHJTFyTbPJ9ODkmmYlxvy81dkUKGmo+i+wL+n5Kkz2a724Or9k06zqCdlj3wKZL2y25jmjHtdEC+sQ9lSGZY+3Qp3bUU619Suq1HfrUjnrKz9KntjK6p6am5Bd/8RfdhPzJn/xJ19F3v/vd8vM///Pyz//8zy6EKom3ve1t8qu/+qszjh88eFAGBvyiD4r3zZs3y5kzZ9yEV0DOxs+JEyccjb9i06ZNsmrVKjl8+LDLM1ds27bNtUnb8eDv3r1bOjo6ZP/+/WUywFBInw4dOlQ8Rp/27dvn7geLoYK+sVuNfKdPny4ex8u/fft2RzB3/vz54vGm7NPVq6FPQ6U+reiSofFJOX3lmltMXBwbl+2DfbJzVb9cHJ2Q84ePifQPNbZPLLTHrsju1f3Skc3K/gtXyvu0vlemBjeEPg3VrqeRYemfHnP9cn0aLW0CDfZ0yea1k+l96s7IidFJV25L3FI3J5t6emRVR4ccvjQiEyOlsalOT6X2967uk6npvBy6VBqv7MSE7EPcQkaOX7ha9E51deScV3NoaFhOn708c+6dPy/njxwp9Wlwg2zumJYzl67I0JUxyRc65OLYtOzt7ZONHR1yYmhURiLZy/R06bw3rOjTYJ8MTIzLwewqyWv5jOku2T09JR2Skf058pLz3sM9Pi17s1mZujYmh6aDd3V02oXx7OsuuDE8DhdX7xbfp8kO2ZOflqFCh5wukNctIueHpX/FFtne0ycXz56dqacVPXLm6rgMRbKXzb2zp4qyb1rRI6ump+TwRE4mxjVMflK2dU7LwPiYHBzvlLyO8fSU7CZFPSOyfyjcc8JveOzt6pCpQkYOXRoTGWUOT0i2u1f2bd3on6crHOsQGRqXrqlR2ZOdkqF8Vk5Pd/qxkYz0dw7K9s4puZjrl/OCx7ZP5MqU79PKdXJmKufn3ujJUp/Wb5ITx47JyDl/zOtppazq6pLDzz4r165dc++cNdkp2ZEvyEBW5OBEp+QnMWR8WO/u6SHpmJqU/fQz9EcKOdm7dp1M5aO5Nz4s2RU8Tzt8n6Z7fe7/yLB0TWZlD9Hq4R0hbKBOdEp/tiDbp6bk4lS+XE/ZC7J5zSqvp2ulZ35dX07WdUzLieGx0twbGZZNHZOyqqdLDl8elQnaHu8QGZ+SbZ1TMtDdKweHxyWfDxEQ48Oy+9aU997Vadnb2SVT09NyaLLkGfZzb9L3KTp/1nd5Pi8Xu1fL+WzJIz+YH5fNhRE5c21ahs6TMuCjNNYVOv3cG52SkRElmhuq7V1+aUR2Zzqko5CXZyY65eJ0Ttbkpp2Bt5dMh7zIoUultud8712+LKejd0HxHXH1qpw/H94/I8MyWJiWzZ2dKXrqlnVTk+nv8qlJr6ep6eL7cFtfnwx0dcjBq1OSv0DJN44Plb/3wvvdPU9rV/i5d5U0AMLj2VDsln0d3TLSJXI8h9ebd8FV6crkZQ+t8TxFz2r/VId/nsYm5fy1K9W9y+f7/UQN+SB76vfT6DHZu2rDrOuIo0eP+md1zRrp6elp/XVEO66NauwT/aF9dEob7dCndtRTrX2i7WPHjhX12g59akc9najQpyPRd99saJk63R/+8Iedl5tBU8/2pUuX3N/vf//75Y1vfGNVnm4dZK2jZjs1S7j7NHROCmeOOIN7Ol+QAxevuIVRZw4PZEEK67fXx9NN+CFeKbwU3b2SWbXee0eUVGf4gmRDqGOZ95d2yDtdvXH+O2qXz0rm3LF0Tzce1I07nQd5Rp+Gzkn+zJGy850HVduJxqYqPRHiq2OAl2divGTMgpHLkhs+LwWO49F2xG1dksFD29Pn7ueOVxp3XqB46aemvBfy8jkpTE/K9PAlOXA1L3sHctLZ3y/50ave+0uI95rNku1fUdKTK9t0zIVxZqeuSWb8mkxTRxsPIgvcnpWShfDo8lnnoZXdt/t2Ri5Ldpgc1y7J96/0odmObCwrOTxSK9Z4b9UJ/+LObNwp2ZHL3tOtBGz7niuZtZudh9bJ7nKaUzylleakyj4xJtkrlyQzMeo8agW8oy4Pf6dkr41IZvi89wpvDDWipyclS8h7Jit5wqLpK97ljm7JkrPNuBPGPHQx5PP2S66r2zn+8+dPhjDbdd7TPTIkhaHzvh3n8Z/2c6+jy8tIjnXwzrloilXrJN/ZKwXnyfQeyjmfp2vXZOrKBTlw5Lhcv6JTOs8dkczkNff8urBuwl7xjMNHsOU6yQ+s8eH1jMHgOuf5LHvOyMddtcE/TyNXJE/oseMwKEhmdMjPPfV0k189dF4yzI81myQ/OSEF5kP3CjeOmQ3bvew8N4TPz6a/y2cle+5Y6XniXYAegsHs3hGMiYK207yKJ/ZLlhrqIR277B1BgMbeeyRPPvZs7wg9fujLkn/w41KIiCQyUnDycGbhzleK7Lk9/fkDYyOSvXTKRZvkO3qkgLwhND71HRHJzn7JgYlOub5r0sntnop95bLP25Nw7Vrk6R5zUSCkKJS9D7M5yUxdkyyRHSvWSiHMx6LsPPMV3odu7oV5pOcX9XT5rH8uY28xzw2h5WDTbskNX5DC2LCLJnARBht3+QiD8REpTOUl37/C8yd0dEvm0lnJ5jKSX7mu3NM927tc9cRahAgDFznSLZmB1ZLv6Kj8nZsmu8s9D3O7b9ClBbhomAShnuppcnJSDhw4INdff71bvNbN4zM1FUVZwAUx6KMs2tiL1Sx9QqcYIeiU69uhT+2op1r7lNRrO/SpHfWUryA7kderV69unzrdZ8+edczlcSg5HaRz7Eikobu72/0kgWKSdfBUiUnUerxSfb1ajqPAWo7XS/ZF71P/asl0nCzWhcUwdTnd/I0hQDjsQvV04aTPrSRkFWBs56clp0RBLGAgfsIYwKCJidPwbmA01KiPsuP0AXKrkLdeRswWCH9SZed4RzpRUaWxqagPSKjiMQisvbntN5bIzwgVPXdUMkMXJKf1msH5bpGdN7vQ4opzL0n2g1EEGR55kxgNudWSJTx65KJkyRVmDE4dKCObcu3QJ/RF3qQj8cpJ7tJJLy+GuqsHDNN4p+Qci++gX40iO/mup56VnEa8EEKKPJuvk8z0pOQII3cs1F0+d/PqJSdGjlBe8kH5HPI8ZB8bFjkTEX+Bzm7JQgJXaU5y/OgTIkee8LJ3dkkWGTA4yTElDN7lC1+UnLJ3Oyb3Xm+QXjwpOV3EM/bkFTP32Awh99nVPh/xni8WWt29kkNO+s4Pc6tnQDITY5KDfA8Z6Behz87A3uDPY7yUKK67xxnqfpKUkxemzsmrlyV7+pDkSMe4dlVynR1uE0EGN0gOwjfaRk7G0RG2jUpO2eIH15bkDAap06WO57njknnmAReS7cD4wEK/bptkBtf587me+2GYY5DrHIXYjDxr2nKyHy/NoUr6Sz6X3K+rnDzO1ZWXSE6VPdY/hHHktY+POv9rGbr7JLN2a/Xvjg07Jes2kUq768U5xvFNuyq/D2EBj55xdzSFzG022eku4+zGmmtrkb3S8TBn0kgqi+9DR6x2OORrZyVLHxLzcbb3Ya5zlvdhpOfi8ZVrfF42zyOdZiO2o0NyvHt4R5BWwDM3cU0ypHNcDhtBzDM281ZvkKw+S9W8y+kVczWZn33xpGQrEKJVlF2isVoPqSRkmycll9KO6gOZ9Pds+qv6uzW870lDKQlW0petjRq/3lOdxp83/XqvHdewde5TLXptlT7VcjzXhn2acZ60CGAnx6X/l3/5l8VjH/3oR53X+vnPf/6SymaYJyKiHdZf/V3+97wIy9KAhzs2NtlFw5hhUQtBlyvFNO1ZyllIxOQ49ZKhGsKhel431xgAFpbd/X7BrS5HLU3FQlxziwELU7wZeI+rJfvRa8iBzE9Lf2FKMpdP+fuyUJ3OVyabismS0M3G67whh87w2iVJv4DLeb7g2bjJgXQlqiBWm/JGL+zSrO7JW15FOatgjLl88GueLCy2sJPEX1IFCZyWyCqWLpv0pGB4unnRsylQiQCLfqnRwIbKOOW+st7IZPFPHjQGPDncSn6GLHgy9X5p5Hucgz7ZaCjWV144UVzxWWX8aJ9NKzZv0BHH6AtzFI89c4lzkmWo4nmcNkeRfXCDJ2ZTQjauZwwgFovnKH+ffLY0R+M5VEl/M0jFUsjjknKmAbI8DFuui8H/N9w7d9mwGPTrjpeXiP4U/H/nK/znaUgbv2rI3CLZmf2E7WfmK/t8SSr5oWIF+onHfQY5Xh3fo8zRnTe7SAw3J3j+mLu8Z5QMj+eKzQE2eTp6SvOMzSsM8EpzudpxSOvjXLJXO1aJhSZhlPxuFnI3w8JQd50amgKm1+WBlvF033vvvfLOd75T3vzmN8s73vEON0Gffvpp+c3f/E158YtfvNTiGeYLFmA7bnEkNNvXBkIg532sQx1SwqmTC3kNC8HzUCz7g5dph2cMZsFZTxmiPpZqrVbZ/nyvm20MFOo5pC2MQ1eiKCz2e3aX6hvzxc5GBe30kfWdALIlF2CMK4vqwfWS7RmQ7e5+23wfYBCHREvXC8imbdMWBub6neU1ltdt9otiDEUXlr7FG5I6LsiOdwr0BeMXw5lzMbDRK3/TJoYZJFuOzbvfsxbj5eYzxtvVkh73zMjMDTy2cZ1n7tm1MX2cGad1gThNZcf4Z94xrwiB1VJGEbGUW8SzmOfewUvuNkNoD8OHsNe+q6HUWEKmdd2leUtbzGNQHL9Okb33iBSmQjkwWLy702vQc36l/kV6xkMJR4HDYNhY6A9eQJ6rHTeFeuOrwxwKGwOcw1xLzuO0OepSFkZ9+3odel67yeuWjQX6oKXk0CHtoOe0OZSmv7TnC9kDeVzVzxueZKIUXPrGNS8Pc3Q+Rits7aQGnD3iy9uxkbRhZ2WDu9L4ScrzNYvs2YsnZftCZa/m3QAcIV2Yt+iQean6mW0+1vs9yruAsXGRBewkDfp78sM8Vrb7FYFp3W2KdYsQbl5pLtcyDml9nE32KxerH6vI+0JKXd2wkL4Y6oK669TQFDC9Lg+0jNENfvqnf1re8pa3yDPPPONi6kmany123tAi6OpyrK+O8GXQk0jUBUnPZNLQwNjR8Go+w3CZra7uQuBK6GxcvOsUs3ln8YZiENFnFnTJhXuynm8a1INadk+fk8vCNT+dl4uZHllDDm3cbrxo1La1LfWGxWCBvmZzuX50XJBdy6rh1c5MB89z8LrAZs7n2j8MGcKd8aDC5B73VaMdOD/kIc/ZX+0DfVavrLapfcMQXL1xpuyEBVOrmPmHgTwVXYOcLPwd43cIi0rKFM9bbQvMCFntLC+VVgmV+hcdJxcXUsA1fV2l0GxXhizrPdMa9q1joNC5ljZ2adDxLJujYz78Oy7jFbejHue0OZTWv7Tnaz4GJ9dUMmxrBQb2bEZ2Lc94NZ/3DUi+5/oi4Vbd3r+V5pLqR3U1W73pavRVDdKu4xg647lJwpVnK5TmIc8dcJwL0Zxc6DhU87nKznm1jFXIeayrXhfaF8OCUXedGpoCptflgZZ7YqnVfc8998hznvMcM7jbCGyiwCBYV14/NagVcW1f93ki319Dd9sJyTGo9Hm15yWRNmbRuBayOTmf6Skjh5oRIqptzzX+lT5PypbM28E7Fd9TDf7Y8M/Ncmw+MlT7ebK9pAcLGaqVqZrxm+8YR8d5RGENL3tUnQd9nmNQzzk63/61MuY77o1+/zZyPtYTafeIj6U9c1WM6azt1/L5Atqpu16bQV/LHA15Vg1LDtPr8kBLeboNNYL8qmJIHcRToVZzM8pJDi3hqZfP+Xqr9ZCTMEm8KS7Hc8J7yPAaAmozE16tuXmBCKfpxj3ZlgsjHpm7bb2OfTU8nHif8RTi/XVEXn3eW8gYFceK8llTPsTZeaO7Qti2q+oscunszPsxZrkEwRHjCvswHiFCprN4tLK+tiyhkXieNcqAOsjg2S97ry4lgToSRjPeX0K+uUZlADounX0+ZJXcVbzZjpypEGTt9rI5cixypK/5sZkY8vdz+d6UHgveTeTBq8W80GNVydDjic8IV+c88sEx/qkFrCG7adDxY6wgHCNMmrFy1Mx4uwe8PGkyARz8EOWdPOijAdy4JjaTaDvU83Zypo0xcJTo+eAx7/ILaHLieX743zG6R+RkxbGZ9t7zkSs+n5vrXHj5ZCm8nOeNe2vb8fgxHzmG7ngHKL8A85N64/H8YDyRPQ7hd4RcOX8P+uoYSjPe464yMG5EDqDHWAYNMXah1b1+HuGtZ7z42+Xq9pafQ8RFnN5Q6TlMew8k71dtW8UKDNF16pF3zy7PXH+Y3+Ecp6/pmeO+WN8Bxbl9bWaof3dP6X2bfH9Umo/Vyl7r+zftHcZ3EOPH3E3mzvLurPQ8p8nA8+x4FVLynWv53kmTcz7tLIZODQaDwTADZnS3K5KM0iB3opwRtpnkhHiKXGByfmG+roecLEp33SryyCdKIbUsfFiE3nhnucFdD9K0eo97si0WoeRKB6b1im0nr8MQO/akN4YpQ0PoNOHAe7+2tHDn97Z9Il/8F587Czifc/c+xy8gnYGUuJ+S/cT3Y1x33SLy0MdFzhwXWbtPZOVqv6EyMOgNOYwmjNPdO0QOPuSNVBa3A6u90UbuIlCmbfK5ITYCGUpzXSttoAAWfZQCcqzEOc/0TLkxFs/cl8HD6Nx9qwjlvdz9Lpfup95kR962KxiaHbXJoOB+6oVgwwOyqkohy4wf8/HhT6SPOzKkyQTYfIEhHpZv+sf4QVrGhgfh84DPMCLJGT/8mD+WHGMAYRuGGue6cRCRQw+XcqZdn3MiW6heHAHD1uXqh3qZ9Ju5wPxiUc4wEA6/aVVp7NLGjz4ff7rIrO9AG+Qz6/xgE4MQ/UOPlYdM09/dt4lcDjU42VyiHxCxkReueuXv2PAZfdTLTu68Y39fIfLMF4NBH0jxeCYwmDR9odI4JJ+LtPfA1AE/9yinVktbCWZySTKTM7c27xK57x9EYK5XMHYQosXjvpjfAcxtuBGSsvM8IZe+b5Pvj7T5WK3s83n/pr3DlGxN54eiGpK5NBlcf3rK51Gt3ztpcs6nncXQqcFgMBhat053PUCdbgqfz1VHreXBLvvRxyvviEPM0gxfjpGc5ImeuTouGwe6fZ5oPeTU9jHonXHga616j9dkWKh01480rZ7jnmwL48dtToSSRhBFxQzL2nbyOjx/eAkBhhbGF55mPIbgrlf6BSSeNIxk2nfeQoi8KJuV8YtfyLjiEkrJvsSeHbyJX/hH522kxvSZ7IBsnLoq2b6+YISt94tajFMiHGDh1lxoR4292i94WaBipCC35uPrOLiSOWEMuPbQl73xNQDBFmV1GCuuCRsMaszhvdp7t18kci0GL21yDsIpMRKgP7RdjQzOg3rEe85XUucctvJub9hS0qiS7vFuf/pvvEHIqxjPHu2rZ/nWFwfipgQBG0boI58Mhnqi+DteuBuf59vCkCXKIyYRjMfY5QRmfDtqkOJlfvp+/8xwLsarhux3dEv+hufKmctDsnHlCsmymYNMtI1O2fhwOd0ZkW3X+/FgbvX0+udNyc/i8eP3oUf9c+nGDKI9Svmd8xtwW/b5Z5f2L5z2hjoGFP1jLrKpxBjTPn+jB1fPOBuY0ztEzp/wbcRz5tlH/LyA/I77PvYZvylF+8xR7qFG33V3B+b9ac/WzibBDc+dyWKNnkHyPcDztP9LfozZOGBuV9MW5/NcphGlYQDe9Sp/3af/2m+whJKIbv7g9Sb6Akb0uIp4yvNLPiGlNzdu3FhHTo3wLmJuOILCqdIzx7yKZSjzDCfmY7Xv0YW+f8s85AmytWpJ5maTgTnJJonTzwLIOtPkrNBO3fVai04NDUFDnlXDksP0ujzsS/N0tyNahWE0wYi8eUVPfeXU9lks42GNoSzOMblVM417si1ltgYYG8q2nWw7eR1eP67VNlatD4ZxWOArs3HMgOzYs2mjEMisRrwhpWOY1peYqOip+33IcyCN2IyhT/iz4qbn+8Us5W9AvO9XCMY+sro63NlyArx4HHQM6COLYi3/w/mEgCs0lNlde833EwPOjeV0WAR3zJwL9AeDuxoZ+I1e8ni0CI3eUJ3uYakeuVx+jHsxPrSJ8Y7xGssEDj4sMowHPwHGj2gIanhjlBHunnaOjjGeXPoYGzhsTigZmmMRD+MKpsYlOzkmm2+4VeT4MyUiuuK5Y6W8TgxuIjIYb8aL+2HQJ8ePDRCuUw9w9x5X011OPBPGe7yUMsBc5AeGb5ja8SpynbZPWy68nHGHKDAQ6Wnb8ZxRGbSPGNzuftRFZ3Ogw5co0zGBsVo3L+LqB0k9698xOB+53WekunRU1xYROnMxk7uw/FBOTseeOcR4oB9X831w1vnI4n3z5s1SV8TvIvSei2TTz1WG+P2RnI/zYNiv6bpqyNaqxWwyuCydrMjaBY5zDWRydddrLTo1NAQNeVYNSw7T6/KAbZO1I1qFYTTBiHzqyjX3O+3zhbY/r8+X8n7Jc+Ma4iC5sCvWYU5eNzn7dRqmm2Q4jmtUu3bGq+8Lhk9AXjJySnrc77J7xtenLVKT5xTvG51bZBxPtEVkQ1lfJsuNZryh82DtnlWGsjDiqerbpyzUbKj0eTXXVctqnZQtOT4J1v/8+JicOnXK/Z5zTqaNS3L80uZo2vwoayt8nmx/hgxT1c2ZGfOfDZS4bd3wqmIepc6Z8ZnPVjVtVaPDtLmgGw9AN92SbZednvc6ja9bqvfhYl9XTzSDDI3Ua5P1bzmiIc+qYclhel0eME93O6JVGEYTjMhD1yZkQz/kNSGEFw/OQkh0XHmhXHpN4sT952yrGhm0PRb5aTWCaxn3YluTJYItvHqQneEFwivG/7SNUUk4piudFcosqSeXdgih1XBcwnbxxNIfQlspjfP458JNg2HMMdrE4w05FV5CPHPuWI83EGbTTTHfvMPrNdsrG1yN285S2C8foBvkggAMmblfttMbEshA/8ZGffg5HlvIeyDrWb1J5NJp76kkpJa26KOrVw3Z1pT/G5kxODSPEq8MfUEv5HsjO6WZuCapG9U9Hkgd5yTrOfdUGfCO0h/6QJgl/dGwSw0nTSPFcuOFDilrNh1CpnM+5NgtqgrpxG3MKyV64t7ohnvQR+Ye4PfwRd8/54UPod38r/XDST1wYe2UReoq5VPTvhs/0hnKSdcKnd0uhGpDX3dIP+gJOgj9V9kZXyXtc57XCd9+RyCrK2RKfSScG525z7t9GgR6O3vMfw7BGqH6nM+1PAPoUGXnXNpnXjKOPSv9b/VYM06cU2SpRx8ZH5bu9J/3pIF4s+kHf8MH4OqnQ07X6+uDO+8983VkJmFd/NzOOB6dq6H68bhWams2lmyMd/rE86RkdxpuGoedKlmhgvdT/Px290lh7IoMnTwmG7oy9SOyrANT/gzM9r0w3+vqiWKkQaE8pYm5S8TVIn/3kj3ontUNUeRNs60tWoXwtUlQd50amgKm1+UBM7rbEc3AcroQOTHMIFRbtbFUd3g+JDosLiERWru1aE9WPQ7zIeShvckDnswr3oUmb3nd9trGnXPHnxR54gve4IT8CgMKI3Lzdd7AmDjn814JgV0b8qIxIDACyWWFwIoFNAYsOc8sOjGI+J/jO27y40zeKn2ChZrQZMJRnXGCUTQtsuU6b8DRD3SzkkV5d4mcLjku/I1h7MZvWqQPY7nf6wKjhgAbxpU+sQjm/uo1xcBm0YUc2A1rtol85q/LSbe6IJG62xtBzsgKhj46Y3wcC/qkyOWTXibGw9XtnvLt0z/aBxhw5DbHuol1z2KdxTN9p0/cByOGhTSGM7LmRkvGI7pwdcrzpfYhQdP2k6RYjDMLczYU0DPGoQvHf9aHdE/u8SHok/vLiZicbOQqHysnbkP/5FUiA8Yi43DmsF/0kzPtmL4zPpQaT64a4sjB5g46Rb9DF0IO9I5yw0+Zm0dP+t+0TeoAmxmkAzA2yI4xi+GHEY3Mo1dELpz0MulmAQt05iK6YfwwrNEP+dd4b+nTzpv8XGf+YayyGL94xsvtxiLj7827woXjh02Vo094WR2BVbfXIXNf2d+Z/72n/T0vnPLHN2wXOXEghN9fEhm+4MeGtAOeMw1dR3bkiqsfqC4rMXIz/rphBp8CsjOupAHQTqW2uMZVLEh4szV3uxCeB85h442NC2d8s2mSCzwHyJQvJwXU51fJGdHdWL6+RJbz/R6a7/dCvb9P5gOXB35Q5OAjpXQCgB6vu6N5vnubZW3RKoSvBoPBUAdYeHk7QllOk/VFF5PldL5yslBUhu6Yqdl5Jw/5XfE0cDz55c31A2rA5aofh7S2qpHB9amnlOdWvB8eq+B5rhbKTK25qM4YCqzTLK7VUwxbMd5fDFAn+zVPfKWGLH09d8wbX5AqaSgqnmIWokrChXwYRC43lEV7LuS2Bi+yM5SnvfEZhY+njgsL/evv8oaN+3w6eA7XiqzfHsp39ZdYtzE4AV714/tFTj3rP1+9VeTAg74vGITOW4txdknkwEM+rxdA0qWkWs6LFwxAxor/Oe48ud1epngxTN9cSPBEuu4xbDA80SFjpqHKGMT0R72W/I8BFxNWub5HIcJ4uJOsv4x170o/7hisyE0+PDJh7LkSX1PeuMbAjeexI8uKSoRhyDmPPyXaMv4z5jmGGEYkbbL4J2fWMaQH3XMP8rMxONX43n6D31jAOHf6j5ibNb/blfoieiHqs2MIn/RyYvgxrzC2NUfcD7rXPcYubWLwYuAyt/itnnHGEgOb//U6DEyY2eNnE70iNyHhTg9Dfu6q143xx5jXfqjsjAv5tWwMTIz4+ReXiFKSKPqnnmrmrvOMJ94d8Tsl9b2W8UYXeejFyIucyNptnqQwaXBrW5B2wVJeHIPwPDE+14UKDGyO3PJiTwbIJoZuADFvb31RaU7SH2Xh180WeBWYj8yJYi58Fe+5Rn4Pzfd7oZ7fJ/MF75G0nPRKx5fz2mIh37MGg8HQgjBPd7uCRQYerypZTpdazszVi7Ku85JkurPBI9FRHxIdjDcWzC70uK+6cZgvIY9jcc77xUeS2ZVFbi0kM3g3MUzwOmpNYowojFbawoDG2MbAIKwcww2Dw5FCjXovN15lDFA8nHjH8QSqtxgj7OQB7xEHXEdJqdXr/T0IsXUh8ni/T3qGZwxnxi8mxUobF/e7R+Ser5bM8AVZd21CMpNXfBkxFxrfF0Kcu0o6ch7YrCd+wvDauNMbC3g9kbloIHZ7wwfD3zFPb/PX4tmdXunHm78xXHfe4q8jhBwjjHFiAU4ZOTyPWuOZsVBCuTTdY4OpTrmOMeAeLvQ46Fll4Flz9bCDIahh6ZVIsZgv9Hn9Vu9Jp2284cxXrtdQcbfhEI07hvGZQz6Kg/5xb+Rk82X/Q17/hFZjqG/d540+xl1D/x3RGmOJsRrCvnPB+5zp9oYqGye0gVxsAATm5kw+L+vWrZPM2JAfjz13+LFFADZ4dt3sZeF5Y+7rPHEe3QG/z4PnGHD9RJijjBv93bSznFyPmtSEnzMesLGr15hxZdyvXPaEc8xbjtEXxyA/Wgp3Rw/rovcAn7FZgZHK5yo7LOJ85hjkQ71xQNtjG0ph/chMH12d7ZR3SqX3bxobdlmd7pS2YLwmokKvY84wPLGhzn4CTOZa3griNEqGMU7FdJvQZ023iQjtnE67pkslqetFuDnf76HkdchezffCfK+rF5yOxvzzwnOlpe6IbuC4vmcWCZlMxj+ryVrjzbC2aBXC1yZDQ3RqWHKYXpcHzOhuZ9TAcrqk6OqS7JpNsg5vFAZHmVesDiQ6LLhYaLN4rQYLJfJhUZvG7FoLyYzzSFOWZaJ0LQYCP2DL9SJTIfQ5vgfQvG6Xx1oI9w15wPxgmCkrs3pe+F0InkVybvGwqWGkzNEs2NVodB7kztnJ3LIZya5aJ+uQ5XxgQAca/k3f1Dhjg4Aw6Zg0S/uOB1OBMaTGBobmIJ7rsZDbmvEGWSaEIisrOAYIf7PgBfSf+8YLvkqkYgrVKZ5oQJhqrGeVgftilGH0VkOK5XK5g74wrDGuVMf6eVk7Ydw1V52oBxZfyIIXU41E7sW1tKn9xgibigx5DAKXt53os0sBiAi46DMs56qCbNYt+tyzCthA6d7q+1AWUkuJuOB1dQjRBoy/6lBl1PnrcvJ9nnFJTlIRBv2c1ZxzZEdOjEZlaMfj63gBwtcam1DMNQ1T5R76HkB2xipN9o6VPiQbPWjtdELx1XDjPmz88HzN9k6phQ17rvc0z6Neh+yhOkAZkIvNCzYCYrm0be1z8fzS3OLRWdcZar3XmxRrvt9D8XUuFzuFiT9N1vleVw/oM+7eR4EXQf+PP18kFJ/VZlxbGClbc+nUsKQwvS4PWHi5oWmYG48dOyb5BGlTXch3qvm8Hm3VUwYWzzGS9TjxIMbkS2njhict2Q7QkGgnk5IQRV4KjIu0+8UhhWmeI+1f1E/Y6I+NUoc9vn9Huuzx+DiPYsJz4kKWI7nw9Cdl4brkOLvNhugY+cZJaN5yNTpMOycpQ7WkWGVjStspYZtp4x6TYxXJs2JiroS+iu2nEHrF45HcSNG2qnlW02RPu19Sz2n6SiMZS5szZXO5O12GOeZoZdkTciYxG8lZI1Gv91PUZ57PY6SJxxEGzUK42Szv5Gow15xY5DlTfFabkem6VQhfmwxNrVPDvGF6XR4wT7ehaZgbR0ZGpLBup0judP3IdwAEYXh4yKnD84UnCM9RJVRqi4W+sqIro3QcUjebDBi1eJZmY88lZJiwcrzcyIm3CgIq58mEeAliqGuBjZx75bwXkhUzxrULZw/M5LhyCS3F00L4LJ5e2lVvHx4+Qm1jhjnCpflXQ5A5BzZxFopcR0g3YbpuXU5YNp7CbpGeFV5G7R97echQKEhhdFhGxq5JoX+N90rjjcWrzj0IrSU02IVYX/ZeUPK0MShdKkCXD+t19ZMLIU851Dheu8V7H8lFxpPJx4RHIx/t8ONItMjrhnW924fkE4rN2DEfGGPuQx9HA4s7Y+w8yRMR+3BPYH8P+eJ4Yp0+o5xDZNZQanSFzBiBTi94ucdFugk1h4Qt1GjGS8v59JnP0OXEZClCQcumMe9d/7gOAj3Gvc979TUPHHlJMWCjAlkdy/w1T+LGeF274scGnfM53mYl9OK3y/HOe507uUJIrIZAK0avSuH8cRk5cUYKWzf5Z4t57DzvQUZHNhZY2Xlm0LUz5gLbO7rQ+7kw/MCojkyOaX06YtqHCyHrUy3oH+NE/rUaL7mIIZ123BznXgU/X2kTY50QefROu8xRxoTTCPklND4brlWiOTdnekMkQwhjj+EI9XpLzzPPHZEhLmw8vGPKwsbDMw/mw9QcMzzr86W1uOM0FuSM35Fp1+m8dXOW52RcCtmsjIivNuB0l/bOTOtPI9OVYpZ/nhvmA+kO9fpeaASpKM9KGvFdTEK4iKzdxe/VeDOlWdAqhK9NhqbWqWHeML0uD2QKy+jJHR4elsHBQVduYeXKEEJpaApMT0/L/v37Ze/evZIjhHQGo2lH7ezlwBlOkz7XscjwDPv1c2YPDU22pSy/3D8qiTVDpjQZMKJi9u20ayGxeuQTpfBPvJcbdvlFLyRaKgMhs3e8PCpNM+2NRQ2DBRAq3fIVJW8ghvuj/88vBF3YeUZk426Rrdf5vG4tU7X9ZpFnH/G5rVxLvjQs1uu3eIZqRyq23efwHnuiVG8Y4rTdt5Z7A+n/ocdkenRY9ufWyN6OCcmdO+JJsM4c9f0jZxhj9Gwo/YRc9BkjCaI0jAT68fQD3vglJJmx3H6jDy1+7HP+OMeuv9PnN5N7DiDpom8Y2a6UWshFpF9PfL5EJHXjc/1vx8weLA7HhLzKb4BwIeRrbIgQ0g/xFnAGfcQmrvpxRGkhTBnjBsMGkit10HP6g//qSdncPOgSueOlnjwOo54xwCDFgNuwu3QdxhELc0KuHYle1hO5HX7cl37TeUYIOXIdeNi3t2q9H2PyrBVsxrjw/RDqyj0x4CHlY/5qODjGPHNt6/VlzOvT10Zl/0Sn7O2ZlhztE+qsBGRsWiCPsudHc6EYBs4Ys9HAPGUzwKVABLI4NlO09B392H2bHysXCp/1ud16v/hZ4nwI9zjORsNT9/ucWsjt+Ax5nvvq8tiuWF/VjjvACHX592G+syHAvSEwhE9By6dt2RPdrMr3QD3fa2nXJedteK9N9w/K/qt52bt2heTQSbLttP5UI/t8kWT5L477xpkRCPMZv8WWXUkIIbFbRJnKvlfjqJBmwWLrpg3Q9Do1zAum1+VhX5rRbWjOF06ZF6AGopb4OozJI08EgrPE3hKLIIiHZvN4a1sYLaefrRy+CqlMLFssg2MIxhhIaV+vZdH/6b8uz7fECMIAwNMGqZh6CDFW3KKEBXBG5OCDfiGPMe28c8GThZFy/d3esIIgzV2HFxwPZqf30rHuXol3NZT0OnPEG2rOs9TpS3xRJ5vFo4apU7YM/dA28pEMOnLFG8GQUGEY0/7T9zuDZ7pvhewvDMre4/dLDm87htzqzaF00SW/uCJf2OXXwqx9ynsnIZBzdZevesZnFv3Oa9rrdcrGAF4jSMhcJEDBG2x3f6UfAzYr8GY6z3rwlB1+1JPC4U1lI4LzaQcDZMfNXg/IjgGFR3jP7V6GoTPeA027bDhoDXSmFAaOy0fOiDx5n+8/xh550o7sLbCys+DG6Hro46GGd2cwBreLnD7gx9yVtsv46/rD5g66Z7wZdxambABouSlI5tAXukbnbH6wgUH0gItIgIyIHGhYvVeI7H1OyQPNXKJ9rSPMPWk/WVuY0HPmKO072UdluiDe6F7RITk1gJ2OMn78uI7Bcezr3X7+09dk245ort8bqniZOcYc4XlzZHXM62si6zaHORm8uRr67Z4viOeO+utoG084jPf0hT5zvhrf6O1Fr/XebeR85otej7xb3LwfDR7VkP/O3E7eT8dKPa7oko0qreXNpg8eWjYeuL8+E8xdZ1xMiqzfOTMdIfkOid8lRx8vN0pcRAkbQqG8nOtPIO0j5YK2QPI6RTxv6Vd3v0yPXZH9h4/J3i0bJHfsqfJ3JvMr2Z9qZJ8vGL8w12aA+XLd3aWa1/P5XlgMUtHYS6/RIvpdk6bTBo1nSyzkF1s3LY6W0KmhZphel4fRbeHlhqYhkdi0aZP7XTfyHUKPMcrSwIJuLiZZbQsDTr3b1bCsxjJwbSWSUb0WwyU2uIEydDvs9DW1y2QLdXb1HAxCfjAetC2MHFe7eFTkXFjAbt4TyosFkrGNW0X23u3HCgNXNLx00ntLFZt2eXmLxFKByEpJybgXEQqu9vAV/38GsyArmwpXJev+z3pjlw0DDBzkOvK49/7QBkYvBhTAI84YwGTOD8AzfuasyP4H/f94Sl2ZrgDuwTnUFXfzKC8ywMtvpci5EyKnDvrzIOXCOGG8lO25SCgXCM9c+HdYBGrpGgwrvLAQb+k4cR+834wfRp/THSHWMJnrdYEdnE2gYkRCYOvOUTM7ENatHPeGDcYrXmF+qB1dYGMj6AvDEQ+QK0UWysnh/eUYKQ/MNzcf8BJ1lOYC90ee1Rv8/xiNK1Z5w5hrYDPHkGFs0uZoxLzOyG7qmJZsIRcR602UvHg6OLo5wThlUtpWGYSogqOhxjpcBT1+s4ToAzfXpkptudBzGNU3+h/GXc9j3JHDlcILwLgkSkFJmxhrjB/GQ8dG9+OKnvjAVp7rmXk/HSsF8yEwgDt9aFqAbjLoMxExhbtnMvbi1VqVgetdPiebL6QG9M9sS/9OQzxvA7K9/bIp1yvZK2dmvjPT+lON7PMF7+U0gxvwvpscKyP2a0pS0Zj4bglZu2d8rzYjWoXwtUnQEjo11AzT6/KAPbWGpimXsGrVqvqWwZiLKbZaJtmFsKxWc63Wzo4Rk6ToYr0qNuwo5xEjMHn/5GJP20i2lawnq7WB47adnNExPJTxbxdKMy2rpkfK9x0wotLaKvPm4TFOyI4RHDNtx23EBknamGsoNdDQ2uT9km0y7jPYwyfT/0+OX1I2xkTrkbvP8zPbo79p10Us00V50o7FfdSa5jHiz+N7VzNHo/7xiK7K5SWDHpNtJa+rpu20c5Ke3bTr0sY9mnsOjEEc5aLGXHyeGtaztVNprNKer7RnIk1fs7Uz2/FqxqbGd1bx/Zv2rknrz1wyNsN7u1mxiKzdDfleNSwpTKftCdPr8oB5ug1Nw9x4+PBh2bVrV/12cPHIuJDXrpIBpURjhJxWyyQ7G4sqCyRClvGu4Q0nzJY84uS1hKHiFVPSHM7Be8fnaQzjOgbKUn36cCDbWRlCZwdC7mjIpdXwcsITHcnWKh+SDQijJt8Uz14nIboQ9vSKXCDsNxBLuVrg097768jCkCuUb8IYdF70rA8P5949hAJf8n/T1uVAfoeceGtDqGA+k5PDudWySzKSJbQdeZVNHG/zOOWXct6DSEi1kmA5kOs7LbJmYwiJ7xRZtdaHXBNuTTg1oD3uh0fc1cXWfPcopJkxJjTb1SoO442+0IGGe2sYMOOp7WDk07Y7L4Txnz/p9Ycxorp3Or7m78PccroLBGWOFIx8Z9ID1vt+M/cYL/pAWPnACpG+1f4YOub8syGXHwys8/3nnkN42wkPHwgh8RGjOd7ejTtEegd9v8m5noRw7ulQBz2EntNPvO6aP81Y4emOoXPWqaLgw/8nr0l+clwOT3TIroGMZEWJxybS56jzPmMYFrzHWb3ZkJpxLfpw5c5CzW9C4rUsGmOuYeVlz0bwsLt5mw9keByj3neHj+agr4TW4wXmWXJEdhAI9vjxw7uGLvCSpzL/d6ffzz1nUfkw5gjtk76h05a5wXMCB4TmfNOfYs3mWfqTJNRKe/cosRvzGL3EhIbM4fgaZGUjCn3EdeMT7Rbfvx3dM3fi05jka2GZrpUwrMkYwOsOHS/GNUmEpyH/zfy92sxYBHK6pcay0+kygel1eaCjXpPFHn7DQgCf38TERH0ZOR2T7FM+l7cYqh2MrV23lTPJzodlFSP22S/7BZPWlE6ST3Ht6GM+Dzn2IpHruvNm/7lbHFBLOgpvZRwgyoJEikU7xgWGDQbc9ptEVobFP0YJ4elav5iFG3nSJ58RORjCUDE8Jh8S2bjHG1/UHya0FDkZbq7HKMDoOvpkCEOGrbjbs3BjICEDfcSAZ6F46BGf0+2MsV6f/zx62RsOjKurP52XwmCPTEz1SAFSLXLEGXtCpekr55ADi7FKW/zvDPyw+ES2jdtFju/3/xP+6+p7j/vxpab4+WDwYrDtvt0bXIzp1EGRg4+USM3YGEBWxhlDizB3jD7H/o0OusO9O324NjISju4IpcgzHvMEXfSR/FbGHoOWEF+MHgxnCKjQF8Y290LHJ5/1hrhjis+G8PsRn/OOEUb4M7rAKDzwKR8F4Poz6PPA2Uggz50xpW2XQx1CtzEsd97qDSk19hiDp7/gjWV0j/zIecuL/AYKhjZ9p92+wCBOO8wfCOrUoEHfENE5wrKCz+1Hf6s3SWHovExkV0mhQFTBRGCUp376lO/z4cueuAxDFLAhAxGfGvBO1jU+DUCNODYI9n/J/+82JKb9PGUDQeeDey7Eb3KsglCLkPcx/wyQh88mBSzb9A9DkzG7eM6HI5MewXicOOjz3tkMYR5BjqfPG2Hj/GYu8TnzIXk/+sk4KKEi/WAM0CebCrqJw/GbX+A3M0hhcOzsV/01qq+0/oDciRKRVNq7h+uJjmF+xu8e5Ca9QlmfJw94cro44oG5D49Aghm6+P7dkMK+7ebssB8THZdqWaZTibKi/i2UAbwVwXhljvtxSX4n8I6pI2t3Q75XmxXzmWstiGWl02UE0+vyQHY+E+NjH/uY/PAP/7DcdtttLmEcMgcSyG+//Xb5kR/5EfnXf/1XeyEYmgNu4ZwIs+X/tNDkSmCnnC/u2EOFMeMMbrzo0SIUYxIWchbg7rwJf27Mtgz434WBTnhjCQMYg1DBQhmjiPs6T2TeL9odaVjUnsv9Hi3JhgGH4YyHF6MSgxtvLIzhJ/aLrCHvtuCN4yc/X+7FwivpwmMxJC95jzKGE4aQ2wRY5dt1JaCU/Tgfyi5d8oRhamSxqeG8vIGRmxxZGJ8hqLp83vcbA4mNB81BdQzhe320AEYX94EUDGC0s3Hi2J/xkI+Ws0DjHcLQwSChbTzncYg8i1uMT/qhniTye3fc6Jnc1djFMMWjS945OdLcn00H7kl7zts74Y2XyUDcBTDuXSmuq/5zdMkYomP+dgzdE95ohryNDRUnd5fXzalDPo/dlQUb99fCno5nlNz1/Q95/Sm3gGOhz/pj6mJFfxD+aakx+sT1LEZPPOONf/oHU3psODlvcb8IBFoYibStBjebAi6nN18iA3Ne6tBnDD3mL/OQDQuMehddkvNjoQax8/aGOcpvZfzWUGE2Xhgf+q0eYfqqBqXrX65UQaAjaovxg1SO/rHxwTgyhzHyya1lDtMusl4JOfXIhgEHeaCWG6Nf6ArDVaMekvfjvcEGiyPoY5Ohx1ceYCOF+a7h1zwnpw6XctFd+bYd/pmerT/ARYwc8l67tHePu+6kn//xu4eNEzZ5dN47zoBkDXRKAAaZ0sD7AgZ0xqR4TU5k7TaRvffMNLiRrZInEfmTRlCyf2lAZ0kZYgbw2cgvWwXMh2T6jONpaPHQ+aXCfOeawWAwNKOnG2/2+9//fnn7298uzz77rPT398tdd90lN954ozO8YW47deqUfOADH5Df+73fkz179sh//a//Vd70pjeZF9ywNICQx3lF95XCrzs0bHVsbiK1GCyMYZXV0DUWvc7LxCI7seOM4Y3BhDHCPVjw49F1IdwhzBPDhOMqA55bjAOt0w0wSly963yJ0RtjAgODhT8LfDzEEFhhUNA2ZFVsBmBwEVLOgtl5cPFanxbZvs8bWG58TnuPJwttFuwYABjFzlOL0XLZGyB4IQlXp61nH/WGFR4Zx5Cd98bwmcMi227wBrP2j3HHkLlIjehVwXN70Zce4hxCyxlPSOLQj9bhnh73REmOVOhyKHsVSp2xT4ixx+IU7zrGOMYesrAZwXgCzof4ilBvl+cOK/gVP4ZsADDGGExcj8GIPJqPSzQA12CQ0w73wlOKbGs2lcKpjz0tcvPzS3rHI8+mB9EAzjgOIeXoybHKX/Xj7DxaO0ukaBh+zMu1N4Ta66RCIMd+7w3G+EV2gJwujDzrjS8MHo6xgYHHFF0w5s4jyYZHKPeEdxavPEYl1zDefaHmOeA8ruEz2nbkdiH8W8nBNGQcL/blMZHuNZ7Znb4xLnyOYaR1ymkPI4/ybcwxNkUYQ87HIOb4xksiK4lMGC/pS2uQq0eYe6rn03mEo68tNmqIPuAcNiecsX3ee+3RpTNY2Wg4EDzUa0rjBxgPZHdpEsyH9aWNsrT76Vgxz7mGjRnGhjnFNWpUoz+eZZ4fxkvDh+fqTxqhVvLdw/PHu8W9z66Vyt+5UmDT/hlwGz153/+0EObZyLrYaCEsN8m+XVanuwqW6YUQhlWSoR0MbvrNMwCLfVrof72J6ZYDFpGczmAwGBpudGNgk0fyhje8Qb7zO79Tnve850lHymJhampK7rvvPvnQhz4kP/3TPy2/+7u/K4888si8BTQsD5CesG3btvpu0KjXgEWmsnvr//Hn82FZdWzLs+yeq+GszL/OqAyIFwexDCykNR8cw9mFW4dzMaZYoJURbI37tjmOcYcxh3Gu93KEPKEGcvHe+VD+KMjOwh+DiPYcQ/FQyZgePud/AGHMGMDKvu289yx2hkth8RjDsczjI5Jdu1m27Vgr2VFKe+GxXkP8qM//dWWPgtfRLYwC2zpwHvkwVho6j1wYwc6LryH4GjZY8Hsf8Xg672yH/2FzRL2QGCgYszEwWlnoU/Pc1aoO4O847H/bXr/RoYzqRQI2CLvy3pONwYPxpqzSvR3eu4iBqOOD7piHyDQZfpy3d9pvTACMXjyZnFckQiLfPPIAuk2KKS87Xm/1nnE618Xeftf/QmneutrX0TtcQ815TlKJ4dg0mnThUds2rpcsnACqG43SiMfOeduj0lo9pEdMh1JwYY6qQRjrC4M0Dgflf/rncp6H0snhXDoC8od5UWQ0z/o8cf3fedD7Zl7PBk4SafeLxwO5HPldyJuOx1nHnfnq0hCi985s/alEqBW/e1weft73JWYuL96fEoB9pXuy8aEeb5UhQdY14/1biX27FsNloYRhszGAtzK036yf0sKe60ik1pDv1WVOTrfUWDY6XWYwvS4PVP3UvvrVr3ZG9x/8wR/IC1/4wlSDG3D8RS96kbz3ve+VQ4cOydd93dfVU15DGzM3DgwM1JdltZGEPGnkZ2mfz1eG5PEk2RNGNnnICq3XGV+Xy84ML8UrHI+xLs6TxFFp1+HpUujzX0ayNLMvme5eGVixYqZeY7IgDZ1NEjYlSZucXNF7Jw4vj2VIG9O4nmk8bkl5knqdMe6JkN0iKVL0Ku2sUM89lkvTA+Jx4Bp0lrwf7VWSJ5Y5WdYuOeboOm3OVDN+0X0z3T0y0NUhGeZE3L8kQRh9U++uayNKiVDwedpYJduJf8dItp9ciPJ5mgzVPMtzEVo5EsQUozft+Uprt5r201DNO6XGthvy/p1v/9odizguDdFrM2IZzbVlo9NlBtPr8kDVnu63vvWtNTe+Zs0aedvb3lbzdYblh+npaTl48KBcd911jiNg3kylQI919vlFcUyiVomQZ/RqFMrY6z2fs4UyEoZNeKXLGZ8uhW8Syou3jvxmzfnGG3VtrBTqzHmwfzvjIutDVJOykyvc0es9XHhBqdXco0zMgV28N+QxZzB4gneS0GLCvLkXn+H93X2bHwMMPRiPCR0eDbmvtAkRGCGveJcJwXXeMTzEWe+V7F1Z8ori0UT+6RByzDg6eTEuYIym3nPwJq7ZLNMTE3Lw2FNyXU9echjRRAA4huWuEBI+HcLML5cYqyF6cpNiyofcaz473kOuI0SY+zljaiR4+WEnJ5T9VChvFrymeP4JO+c6dIOhzvzSHGNkgNFayYvQ64CyqAcCNpfTHTzm9M2RyREG3RtkhhW7X2QV4fxdIQWAtIJhv1mB/rnP6ownSMuEHH30QXuEvDN2yM1tHZHYhA+XVpZz6msTko7+lIGdfkwF/eA1pf+ORO9gia3fsZJnvWz0hfro5JO7TYDeUrg3/WARx7xVj7f7PERUMAaOBKxfpiUrB0+ek+tWDUpu/Q7vRdYFoLvHNS8b44X8sIQz/twnM+bvQR69EttNBI4CZSCnPeYJ/aE9xor+0R7jg1eZ8HVkWxHk4v5EcaBr9z8bNKE9nTMQquEKdznjYZPAVRzYWRuBYkwgtgnm8nVR/XVl06du+faQR65s84SeF0pzTdsnwiEOM3Z5/SGkmucp+S6qRDQWVwYgYoJ+J0v/xbIrJiZk+soFOXj0uFy3Y7vklByulvdhrePnZJsqMba7/ozUzjpdLVv1XN8Vi8l0Xcu4LFDOeX2vtiJ0THmnJNMpeDfUkZxuqbFsdLrMYHpdHrCSYYamAbwBC2Iqndwf8hqjdgjzpV0M1UqEPCxwnnmgfBHLOZD5EAaaBhb7Nz5X5L5/8LnRCsjCbn+JZ/d2ObXk9ZJHOeWJu9y1azzzMMzJLKb4SZN9/WaRh/691L4aibe9xIdms8Agt/vI4z5cmwU9i7JbX+TJnZ66v3Q/jMHrb/PHkGXHzd64fPwzISc062VXlnGMG4wl8s7JZyaHHbtq371e9sPkjQdZIYi65Sv8MRY7tEWZL8b14mnJT+AlnxQZOu1zX7m/sntjlDz7iD+GUXX9nZ5d+qn7vBHG+fQNwxTWcK5DTozIL/5fbxzQt713iZx91hOOgU07/UYKufJseLDpgAGPgQQLuDK/cpy5oItY9HrD80p6xZDBaOb0vXd7kjqMNoxQ8ucJR2cTARnueoXXBWHXXIeMVy+IDNwUyjQNitz0XN/u4cdL+fDX3eWN7mcf9sfYsOhY7dmvYY2mLXT+pY97sjPAvCJfmLBoDZ12832DX5wfCG3pM4B+nrkvsN/f7OWMDUXGhXPI+3fjt0vkvv/jNzEAukCeYU+yls+tFjlPnmS3yO5bPXEdbZO/zPzAMED2Cfp3h59nzEmVnZz9vc8R2f/FwFK/y8+DOCKADQo2jOA2UJBacPwZz8oNmO88hwceETn6RGmDgTJpO28SOfRlr+tdN4sMX/L5+jou5HKjs7jEXwwlMZvBiBwRiHWtF7n3a0W++C+l8UQG+sP9H/tU4BSIKhvoXOM3uonfPRjZ/L3zFq8jxjT5LlKisfg6txkRGOhVDjZUku+UJPmZvkcnJyVPiTXSZhhbCNnYTKz2fVjL+Dm2/LCJBngGkIN3WaYG1ulq2aqr/a5YLKbraselTnLW9L3aqkh7luJ524ZlwwztB9Nr+yNTmEfdAcoV/L//9//ky1/+sly8eNExla9bt86xmb/0pS+VzjjssIkA2Rss60NDQ478zdBcu3z79++XvXv3zr17i9fi6OPlCxbnHYDtudMvSGJ2crxeeLTw2CUJeTDMHvp45fI0d70q3cPjrvt3v6vu2KIx/jr8ce7DolmZmMmLXrkhsHLjQcKwyYhQtxoyHTBD9qxnQad92uVLVsvL0JcbnuvPo8ySO4an6JrPmYY1GSMPQ4rrudbVCaZE11YfasfCnDJQGALqQcag0VJOeJ3IJ8YoZiHIooXQZGfY4EHAsz4ealmP+wUjjOUYWtRpxss/OiTTKzfI/ule2Tt2QnKUJMPLCXEaRvbpI/43XlwW/Px+5oue3RwDmTbJn8a4pS8syll8UhoKTyfeNzYs0OfBhwJD+QY/vowNf2MkXHe39y4jL3rGYKad2BMCURV9LM6HMd9vgB51Hu3YVyLSQ0e0hQxu8+Mxb/0Mkvda8J5W+ku/r7/bb5gw7siB9xOvs/P2h/B9l+M95r3Y9J9cchbWfPbpj/gSaRh0jtl+pdcXc/R5r/aRCsj87GN+g4JNDww4jBhHyvaUn2srBkWOPBUiIYgiCF5f9WiyAcE3whf/j48SYGy4JwRxZ465uTK97Uav09yY5IgSYAyvv8NvbjBWjsQNDznEaytFHvo378l1z6Cy0p/3crGRwXjinXfRG/1+8cy8oi0MR8aOMUQfT3zOz1k817TJBgzl+Ig0YJ7QXze2Ez6Xe8Nurwsti+dK1OFtD6XJ+Pq765Wze3HLvKQVCMTYUMOIwoDUsmHMETz2MdEZRGv6TtH3mHrneB4hM9QoBcZcc9/T3kUanePGHW86kTCJkFN0yTOg9Z9j2aP36HS+IPsvXJG9G9ZIjo0QcvWViLGa9+FsiMePcWAzLpN4bzOn0Un87mZe6nNZzXeAIr6u1u+K2e5Zb8w2LnWSs6bv1VaG6jkZNaKRTIul00XAstHpMoPptbVRrX1Zs6f7T/7kT+RnfuZn5Ny54LVLYMOGDfKud73Lka0ZDIvGVMoXLQu3/HgwVKONHzw2EG7BjpwEi9Y0gxtwvBLDubsuhK2zmHWGbKipDLQEFcaMY3M+7b2vhEFrXinHlYApKTsGBwtpgJHBl+u1QAZDKDb9Z3HO3wCPIws2PHzOIAyewmwIpVbgCWNxi4EACJtmUYK8/OBNJnyaxiBV4wes2OU9hbCUA8aSxSL90/HDq4zhwzGVi7+zXYFALJB4cYx+K0kbnkZkx2AhLNvpLIQ4syGAQcMPBpYri0SZLBFZt9kbMowDRjhwnjjCt2FxPuV/qGve2xcYvEP4tnqJdCGr7LbxfMAAZExGNQ8Y73yvNxaVaKwbNvNVXn6NSNAQcYdgsLPRwD3pD4YRof2y1nvJXZRC8EjjfXVyTXqZ124SOfqUry8dAznw4PHD2GB0Y2xOYriNBobya2EjIMClQhRK8wrjGOMe49oxdk/48WVTII7e0PBtNkAAcxQ2+q5sIGwL8xJZMebZRVDyLuYB3lPAfRyL+3hJz1oeTJ8lmMhduHF3qa43mwvMK3TsCAVJKejxx3k2KG/mdL/dj/GhqM8r1nnZdd5iEKte9dmbq4pBTGJWCZClKWEanvhTD/j7JonO4ndK/B5jrJBHxxjE++Fp7yIlGiPKwI17Chzhf9g0qeo9eqVEVMgcj+Wf7X04G+LxQ9ZMynsbTCbe3bOxTlfLVl3rd8ViMl3PNi7NJGcrQPWcRk5nY2UwGJoENRndH/7wh+V7vud75Bu/8Rvlta99rdx0002yapV/wV2+fFmefPJJ+ehHPyrf9V3fJV1dXfL617++UXIb2pC5cffu3dUxcqYxkSY9GUkisErspXMxmFf6PO14WfhiWATH3gktHVXpmlh2ZVV2baSEkvG5er7jc+Lar7SdHE+uixd3mqutIbBOhuC5TsqVJlMsG0YeHndlCUev+WnZ3TEm2bisGu3H+tAxiPsTy1OUPRiGsUzud3TMsYgngncIcY7HPW2xrvIk9ZqUY76y4/FMm4NlzPIV5IqZsYuIxl1lTso1Y25NljPu6+fJORqnYugGSNSn7NSE7O70LOZlMqSRhsUbWqqXfHKuJbw1zOHpjvJzQNp8L9N9Sp9pKyYcStZGVtnriWrfKcn5kPw/2ZdK7c6XuTk6zj7Q7tX9klU2+qSe5pKhWszVx+S7uwrZZ/28nt8VjUSD5Kzpe7WVsczYy5eFTpcZTK/LAzUZ3dTofve73y0//uM/nvr5vffeK2984xvlPe95jzvXjG5DTZOxAiP+jHA8FoZ4+LSuaZLxONmOI2gaLSenKeZVBo8khFOc4/JzAzkWK9Fq2cVjGfCm8cOiFU8cX47IjDc6GQ42g6k5/O/CnrM+xJPrWIDhcaTNC+Qk64LY1UgKYcdaHignMrDWez9dje7AuI030bFFK4M19aanfAgrOcmc40ovYeCE+tSQq/GbcleExhKmh/GNtxwDDe8shpz2z4XuwloNAZwPm+yAkdt5/VZ4OSF+wzgnRBqvZSF4QWkL+fCuEWrOcWTVcGXnGVrnvezcBx1gczHWWvea0mYQWDGOtE2urxKGaZ41BtvQRZGeXj8X8OzhjaXkVi5chxyu3Fs+eOtzpbJU/Gj/tL63YxjP+KgBxp9rkKF7RfDsj/p7EDrO+BEV4cq1MSadfmMAOQihps+EiOv9uSYTGa6O5C0ccJwB3T6awZ2Lfnv8s4HM5Iszb4gqYBw47mq6U0av2xuynIfnnPnCnKdPm0MtdbzLLjQ5MLI7gqIu6cjMwpjN2Gn/OE5+M954p/vAqM84oUPuXZyDnSF3NZS5c2R42dJ8RV6u55nSetjOW79eZOeNnqiMkHLSDly99f3+PO5BBAGEhUnDhfa4p74b6APe5phArKw+dQVyq/g6RyRHDj/9KZRCXdGVEqS5Zz3IQl+dVzOUkEMPjC/91ut4PmI5YxlIQ9DnPM1QrsTcnDjewVgnqxjUypw+F2GZ6jwOIQcaPcLnzEl9t1cpe8XP086b7buimrarQbUEb7Pds05yzvm92g5YRuzly0anyxCm1/ZHTU/uU089Jd/3fd8353mc83M/93MLkcuwDAkkZs1TislwWLRhoEAgRcixY1UmvPaCX1THi0/sE4ydVRtLNXFjIhrygfH0Hn+y5FGTsOAlJDhmOI+RxiDMYpnFFQYe4YIYHhgOLIg3X+cNBGewqbGT9XKDpOyOhXyfyIGHPNM4Y6KM2Xvu9Hmc3NsRksEKHawgDFz6dva4z3XFE4jnkj7uudWHcjtWaULMj4bc7qslgwZSNM0DZ8we/jcfauwIrvpENm4XWbtN5InPh1xu8qFvFOnq94YVocbklmJIdHVLvqtH9k/3yd4VIrkL5ARPhRDtCT8+GIDnjoZQ4oIPD79wSuTMUZ/zjkEKkRY53RcfKHnuGWeOMy9cPu8aPzce+3QpvB4dPeerRPI5kQuHRVZt8oReGMDFesQrPanc0cd8jixM1tzfGa2hLBntIisywJDNuJMvzdzTiAD0huyEiju2+UBgx//k0UKABoGbMmWTi0+7GIUYd4T9Yzgz9syTA1/y17PBgNHKmBMird5ewv6RjX67UHPyn8dDLvqIf1ZcrvlmP39IGRg+4HWqjOY8Q27+wu67yodpE7qPkUB/aY/NDMjjmDNszPQMSL53peyf6JS9XZOSiysBcF3+aDm5IMYumz1wCdC+y6UnxHzSk665DZuw0UD4P31Gvjzze8zPV3QEkH39ZZ8yQFt8Tq7+zc8XeeI+kfNHgwzTPmz+xueLnHjGzy36S411xltJqZR8DAOJNjl86OFS/jXAC79lT/mznznmDUSNnkBvzEU2yMjTzwWWfjZv4qgB9Axfgr5TmBeTBzxxmdtgCPelLd4lXWe8jnj2MP6RV4ntYhlc7u9R//6ATT4zC1N5BRZthryY0+14HK7MNLCTFR+SSCMsS44VsqJnJU3jOeN5Y1PIbXSNlhjs2TyrQvYZiPucdl6l74q5xqtaVEvwNld/6iDnnN+r7YJq50MbYNnodJnB9Lo8UFN8yooVK1zt7bnAOSSUGwx1AYvieBHD4oPFJYsRDBktD8IijVJEujhhEQsxEQudeGeYdmiPdgEL8WTYN/+rNy0NyiAch9Q6T2KfyNbrvGfYyZD1RhFGLYt9lZ3rMNqcNydFdkdQFoXOFg2FvMjUtdLiDnZnDBMN/2X1zCbEmg3eGMA4xKDifnyGQYahhVeQHFSMAx1T56VlHLIifatEHv2MN2AxZBgzDHVIzA484JnXAYbouWOlfGmnr1G/yYDBQj/QA8YNGwQYcUr25AikMCLD/8jmSnuFcUNmDHkMDzYPMHAxINl4gLBN6y/zP3nKLnw5WxonmMNh0p4c8aRhGLIs8HUsHcHYM54pfV0whunfekqqDZW8sOiV65EdYwRdYjDG84O5RJ8hMFOiM8YFmTHGXV7yas/QffBBkQ3bS31mbJHTlULr93MTHREuzabGudMid7/Kt6OLLAzVrftEbnuRN5B1Xuu8U91cOOM3MCAqwyikXwMrS55cwH0xYlmc0haeU4x1Nou4DqP/1CFPDsimTByiHVcCoO1HP1WeDz5MRMFKn8PNmAE2FtgE2HmzNyr4YWwxLDGW8foSRcC9tu4tPRMQ9KFzxlYJxpD9wIMiF0/4OaO6ZdOLsaYfjBWEbrSpzyt6YTOAzQ7n3e8UefYh33clQOQHJno2vtRDzpxg8wNDWT30jB3XYSy7Ou6U9RsPjP/RV6zbcEjUu4/rvjN/0QEyOoK+oVK5PI5r35Iy8P7gXYJeML7VQ51kKq/Eoh17VGkDVnw2eZIkanHFh7ne0WlyAs255b2scjImbDQxvzV8nTHR+Vmt7Gl9Tjsv7X1bzXhVg7RxSPvOqaY/jZSz3VDtfDAYDIZW8XR/wzd8g3zbt32b/NEf/ZE8//nPTz3nvvvukze/+c3uXIOhLkgjw8Ew48uUBTyLcEpd6W52MZRxNHi4U6a5kquwsIXsCW8n3lcW5oRHY3xyfDbiIBaJGLRaz9aFItNGMGiU7diV7GJhCZMq5aA6vRe9WJe2c6bsLNhZ/GN08D9GpxsDjLDjIpv2+LJOGLab93qiOICh/uTnvPG565ZSyLkLsQ4hz2wMsLjGWGdxz994MjEMh8/60GKug1TN1UkO4dP8sFjm997nevkJ1z5zxHv0tDa4ssa60NxOkTMXRfq2eiNLc425F0YrRgUEWISWMz70DZZ3/sZwYWMBI5F7sfjE8IfdnBB0SjIRho7+CSPHQMKT7OycECZ96ll/X8aJ61yIP56jbpF8iBTgnnvuCON3TeTwE94IpBwXfXcRBn1+rri63cH4wxjCEMSwQv8YqJTBcp7ugh9f5iBM7s7IDmRkGIcYzJCDAcaC8SOknPHCCGUuYQA7hvERkS9/QuSeV4nc+QrvQWVjBaMQ0rBt1/vxo+3zJ/zGAvKTgsD/GDQY9y7tYLW/HwYw4845GIF4hDEaXTiziBx8xI8lRhbjt5m62hCk4TGGBKwgsnVj2HwIhhhGBZsfTrZQFo5NA+SBOI7SYWxIuTrWbBBc8M+By9Uf9/PZefB7/VhoZIg+N4wl90ZHWqeb6AsMeu6JTjif8zgfwxuW/123ho2jCf+e4D76rOoG0FhEIIbcavzxtwv7D57fmEuBzQF0of+jQ7fxU/Cf8WxwPw0/59lggygm+UIOfY/RDpt9/M+zj1GqYbExyVhSBoxY+g87Pf9zD+6VxrKeBNeSMoIuRo/5ecqcg3ywWKc7UfGh2nd0mpwAWV3ayEBgLA/159msi+sr8w6ajSxMZZ+LWb7SeSr3bNfWimoJ3mrpTyPkbEdUOx8MBoOhVXK6X/GKV8gLXvAC2bRpk9xwww2yevVqVzIMIrWnn35aTp8+LXfccYc712CoCyqRoKhBSY5nzEyuixqX/zg0e7vOWC6U2JNZgzsjtwKxVhLKIKz3I/zT5XRvnXkuhkBc5zZtEauyExKPwaLh63ik47rKLv88Wtxt2OaNxC/9qzdyKmH6rrD4S4wL/VUSJRbLGpau6Mz661zue2AsL4afRjnlGBkx8FwOT4bc2ijuFYNVF+T5sNB2RFgTwThaX8oBVRC6rgzb/KjxSVg4GwROlHxgXg8GlOtPCINHTgxV/mbjARnUg6SEXC5nOnieMfAwDIgY0PbUM+kiAzAO13mdYljTvrK9Y0gS3l8cdzynYU658m9szoSNFMZyPBgm/E2/Yr1wDjnfn//7YPBe9uOM9xmsWuc3KtigUK83YdfoSvvtvMBEQQTjFTkLW0KJtVMl1mzOd2R0eZEzoX0Ma/LdFXj0V2/xG0KxN1Tl5l4w1rt+M0fJoT/n9aB1188e8Z/z7GqEgQJjn3HW8dLnRp/njgGvF+BqeBdKubPoJR4/nl9HzBa9Q3hO9FktnhelljgdJXKj+RyZksR3FYnBmGtBJoz82Ui+9D1G2/q+wWBggyQuWadkWpXI99SLzGZFWqWGSsAoYR70D/nf6JRjtbCU10oS6PgO+kRIIY+5NNTrX3wu5yDAqoZZfrbz6s3+vVBCr8WSs11R7XwwGAyGZje6169fLw888IC8733vcyzljz76qKvTDdasWSO33367/NIv/ZK86U1vkm5Kvhjqg1pJWVoNExOSvXpR9q7ukywGDovNuH+VSFCUgIgFOCRJyXFJEhXFtTuVpEcNRyXyiWvqulrU17xBpaRKSUNZa+UWjfdACFXpfrOB0GCMEa3tSwg43h+MFdrBcCWnGGMYD1G8kNV+uBxx6mEzDoVSrihwYaphfDjm2gueXBbqeG0dw3owLAndZRGP59gZbHimMRKveWNJQ617Bz2BFcCgYo66MmBZyZ47JntlTLIXRkT6V/h0ACVTQk6MPAw8wuBdvnnOL8YJI+de9Aujj3447+wOH+7MuKNvxmwweOYwtohswFNKPWb6oTmxeNbwiNOO8/RDchfClPH20jfI5zAYpziWLZUjwzu+cqMPkUcvXMO9hy6ITEUEbI6FG2Mr1D2nLxgwXIPtqxEHmtvp5gQ5udM+LN2VeOvwdcWRg7DlTNAlY0Ne9IZdXg7CpZHvWoj0wPOLTgjbRj76Qr/wUNLfqaBj5iBzBEOHOUu+NoaWQ8Hr2RnovNQ3+HO5HiOOeXJtRLKd3eXPKuD95IymkPvvNlDCxgR9dOR0RCmc9f8jM/Lw7NIuxjjXqvF/dcifwxgpCSL9coZcwevdlS6DR2HQt+OIA0N9a/TmcvPJ91/tdaBh2nFbyOLCycPffM7mRWHY8wk40rrAuk5/Xb37UNvc1QMfK13H3zOIEZOM02GTRWWIScWSETmVSBb1NxEW9NPJVcN7ppr3r+p0ru+c2cgt4/4k+5IcG8ZVy9WxdnCkePnKBJhz9Kcq2eN3d6X3eyMJvRbhex1GZHJ/jem6fWA6bU+YXpcHaqZAxJj+kR/5EfdjWATMh5SlFfs3NSlT03npInyVhVDcvzSSFBbxGHCOlRvyqCMzxyVJVKSISXrIocVYGiLXNyyu1RAkPBUjSAnWMAbJ41ZvNYvBZx4oeaMxMGAW17DhtPtVwokDIo98ouSBxqhiUY8sjA+GEH3GeCSsGoZqGZlJcERoOF7PI4+X5KJfGGiECWOQstDDAw2ZFznTwIU87/VkY4Rk4z0lpBhvLQt7jDYMGAwhzfElN5kFOgYZBqwyaCPz1TXeMBoflalMTrrcgvqaJ5KirzCHY4nS3rOPeV3SB4xGPmdeUPcZQ/No8BjjfR65InLXy7yh8vB/eM8uMhBOi14Iiybfm/G+eth7hA8/7g0o5Gd8L54p1QFHVkidCJE/9Ig/tutmr3fCxek3Mj7zz6G0WihBRVu7bhM59JDvNzJgdNEWXmQ89YRI48FlQU9/oB0jL/bIk2FzhZDvLpEXfL3IsSdFHvmk75cS6d38FT5XmWmJhxsZjz3t+8CGyI4bfPQARr8SajHGeN85ht6p9U3UBOPNfJ3SDZyVfl4xxzCUYAAnWsCxs1PP/Qafk066BRsp/I1xy9zKdsjU+ZP+WcXTrERZajho3WzHSZAJIcS7Qv5z2KCgLTzNx5/y52DYD10SWbXWn4fMPMeMIz94uDFQqXePXrSGN9wCm3f5sVFvPDrkWUQ/RLAwb3jOmUs869zXVTQY8TnobMxwD4x0NrwIsWYTyBl91/yGAO8ejHNXQWDKE+O5gcr45xsdw69Au45Fvtf/Zl7G7yzmAZs46DBJKsYmUTUki1qBgPck450brf49U837N9bpbN85c5Fban94ZrQvqeRWR0Wevj+KTsn4Z4d2MMLTCDAX+n2ZfHenvd8bSei1iN/rU1NTroSroX1gOm1PmF7bH1bor5kxX1KWFuwfDqVDl0a8YynZvyRJCotVNbgxAtRTlDYuMVGRIibpwVCAnRivm4IFOqHceFDjEGsWaCzU8JDwk1y0kTcLGRlEUnG5nblIgTBOY4Pb3Yu2ukWunPeEZ3hDHDs6JZLWleRKEhxx3+3kC+uCFm/3tPeUbrsxeHUIyR7yBoYSPUGcxiYD93Pe3glvmDtPbDDUOBfv1YpBX1LMjR/eQMLVh0sEUch01BuH+VynHOpcK3kMQPJ9MTgxfuKcX/X+4J12JFqEg4fcT4wp9M1ilUU5OcH7HxI5+Uwo06WkaRd9iSgIoPDcXjoVFvGBrA1jAEPP5aertx/jrMcv7jXUmA0E8qBdyGso+YY32DEsXyyVH8Pw2/+AyKrN/jqX793j5x9eOtjlt93g+0QOOF7WdZsCMVuIoAA3PU/kyftKJFzoCqOM+f3U53wYN4YV4+A2P8K7QInaMIgxWFX3GDguAiGMKUaj2ygIHlU2DrSslXvYyN/+ssgdL/YbHmokM794DugD/AKOPd+Xs8rnOvyzmkkhysKA1HJrzBWmF/OYtsfC/GZMkZsxpw0842xc8MzxmzFGfozKcxHhFm0yTurZBbpJgcdfGfgLWmqsq5Qy4dIhekspDozDETZ7KIkWIi1gWgfcQ6MiMJp5x7D54K4jp5rx1K/Ogkj/mlKZOFf+LWwuscmF8Q8YHwwt5n7s2Y5JxaolWQRwGpB7navhPVPN+zdNp2nv1mrILTnGBp2W8Esjt+I9c/LZkp4Auof8j02U+D061/detd+Xae/u5Pu9kYRei/i9DiMyxLb8NrQHTKftCdPr8kDDiv0dP35ctm1bwI6xYWGkLO3Wv5gkhUV3Zkd6Xdr4uiRRURpJjwLCJQ1vZIHEgg9vGh5nFrjxwgxjQP+O4TzuwyGnclMwKKsgBcLrmcyxxsA5eUhk7UaR3XeIbMRDFmppE6ILUdbam2cSHLFoe+ZLInvv9l4bmM7xpmIIPPhxked9rTesnn7QG5ibCDHHsxoMIQxXWK45h3a2Xi/ScbNf3GNA4Lk9+KjIjfcGj+kqkVMH/KYABhr9xSCBFRxDl/xfQuLxLCEnZcAwPBjTY/tFRo+L3AALfI/f5KAUGWHveN3xjqIDvNWMHRsHqzcHL2Mw8DDmMFYxztDd3rtERld7/bHQ5Dis2+yp4P0nhJQ+ubmAYXfK9wmvMZsbzkv8tI8A4G/6oh5OwDVaO5nxom2dd9wLGdEN+oZJ+rYXeyNdvddf+GdvJEPuxdzE0MPodvnOEEthKI74McBg7iO6YIU3/F1ddDaCMMrWe8I3DFpnpAZPNxskzHU2WAhzJyKBsXR58hu8EcMcYdMF8kD07mpaP+3nCzrCqMQQhJzvyrDITspXYdAGA4j204iymDNct/tWP/aMk0u1GPU6o89s5GDMa76zSyXpCR5SmN+DXlxo/2SpfjlysjnF5oczONf4ccVgf5rNj/WeiZy8f+6NjXH0KZFbnu915Izx6RIZGTrF4HZzEsb84OHFy+k24q4r1c2+fEpk521hs2kieJhXhhrUUb48mzK0B7GdllCLSR0Zw+T7KiYVq5Zk0aUGjPvNpUrvtWq+F2ohP0t7t86H3DJJbsVYohdXbi1K7+kOvBKq+zQZqulP2nXcM/nuTr7fa8lnr5XQq92/1w0Gg8GwuEb39u3bHcGaYQlJWdqtf0qSogvP5AJ2LqKi2Uh6MAJY6PNDPqkSYqXdoxK5Gucq2zFt62JxLlIgLdsVw3mCYZ8+6VmJHdN69DkLOUKOZ7RFCarJUkg2hltMKlZkZZ72i8vRfm8cYTgoCRdyOhIu8V4vgEE0XPCGK8Bowegk9JZNAHfsojeG8PKSk619z9L/Qmljgc/wqhMqDPAC85nWHucHoxajglBzBYYMHnY1CvhNf2MiPAxWNk8w8hVcg2HCfTDGMfxYGKNnQukBxqyEdlR2LfEWe60wzjDqinNMCdgC+ZjWt8YQpp3Rp/3nLtc15K3yg7GF8cjfRUK5EJrvCPRCJIGrRZ0p9c/l7uomUCC1c0YORnoYPycn7eA9ZRF/OfQx48dB9aC1vZl/jhH8nMitL/WbAmywaH7twKZyQi81GGLDwc3XMAYa+s048xw5srNwThkXASWycv6Y89gGD7XjIXBEAmGMVd9h7tLPnrCRwbGJEI4OXJRAmI8K5mSSjIxxU5nwenM7VzXghD/OZg7j5jYTpPQ8a/m6q4EErywvmRz+jvLnMiZ1TG6sJUnFqiVZVEK5at5rsyHtvKROK10zX3LLJIolwnKlzU0Nr3f3SRDczXbvar9P5iLHnOvzhRJ6tfv3usFgMBgW1+g21AG1kLK0IhLyZ2N265TP5zye/Hy+48fCvShULuVzZe1OID43bmOu+2l4cIzY0OvqLDe4K13jjvcnZMqmyB6Ns4bJxrIT3pmsW45hokaQ+79zZvt47Nw9omuzOck6Bu0IriRbbua4xPdEnhkyZMvHxcmUlB0Cs8Q4c14ukl3D0styVjsCYV2C3EnPjeUqkz20EddjxuBO6t+R80U603HLxXONHPOEvvAKx3B8A1HfnQyhjVh2DS+PwTjHG6Ha51iHRBzMReiV65AsGynxcfd3Qs/OCE3IhEERy6bka0k5yS1O9k/rsgNly4/1wxgnx8+RAiZqH2s/47bi8XTXBSI8RVcFGaTK57Ke7/J6tZX2/p2h0wrX1EuGtHdp2fNVw3u0Wpkqvb9nk6mFv9eNRK39YDptT5he2x81Gd0f/OAHGyeJYf6kLG3Qv1w2I/vWrqiuf7ONCzaFCys+7hfSgetoBuL2k205Ju/gpXbnhFBZvL94uVgIYixAZpYJnhHHDt0f6gGTf03YduSxwDjAA4iHF6MMzyS5j3gZlQgNLxtGEPKz8KMNPI6Z0A/awPvLPS9fEHn8c544jePKeo7RvWG3L/fkvLAZn8dKmy4Uu88bJuRacl8lOiK8lbBWF8K8TqSzz5+PF9t5doP3FqI1jjt2cFioYf1e7VmnuY62CC0lzDTbIbmVa2UfDOz77gme3yveU0mbeJsJ4XYEXINeFsjbyIlXlnBCtQkpZhzoB+MDi7myuTMw6iV0qQBh3G97kcjI1UBCRb3jQOZFHiz9v3LZt0nosbKBO2bz3hAST8hryGmnhBUpDbSrTPLIy3maK49RViScoyzXmM8F5n6jeOMnfUgyoe2MKTLgbYX1fcteHy7OeDjiqA6RsdESyRmGMmHxkH3RV+5DaDNGn2MDJ4/2jDfQOe7YtCmfVfBhuy5yIeQ+M28ZY1y7K9b5vtCuzgHamgg5y3yGJ57xRzduw6FDct29sm9tMEo5ToSCI4WDRCx4/51BP1nKrXbebELgKQ3V5fWk9c8dA/6A34Ag/YBzMl0+Nx7Qhsv17vEys/HgNjBGfX+Ya3igGSs+cyHzsO1Dkqis/cG4552Abpij1HjHu6/s48xnZMJDj0zcb5xc/B1+PjDGyETo8PA53wc3poxDmJ88I1pJgXFQdmwdA41qiEFEAvNR3w1zsWjr+495kQwvp//xezOuiODeDczJ1ZXfv6rTNPIzWPbx1iOn9ofIkrhSA8dcDfTx0jiASizdvPe0Bnvx3RzSaJTlPobjmJgqMZq7a0MoPnPafZ6SEx1fx7vNPVchMklld5uD2RIpZaNQi/4WiFwuJ/v2LSBU3tB0MJ22J0yvy6NyU6ZQQwx4JumxmgPNFl4+PDwsg4ODMjQ0JCtXJr7MmxWpLKcdbcdeXpialJHJaenvzEmGhf98WGpdjieswVFIOMbDDCbexPiltcXUdWQ7wcXMQo5F0a0vLhnxLLgf+ndvJCrI5b7nq2Ya+pAFFcICHaboJz/vF/IYaC6UepPPu4Wgy9WaDiGuGE3k/HLOnjs8ERmeQg1V3XVLKJl2ppQPSVgnhgas3bSl5YRuf6nIVULIO0XWbxb53D+UmKYZp313ewPyNCHXBS8necO5jCc2wmC56xU+z/aRT4dxRq7bRK6/y+cF0yeMJIifTh6QwtMPyEhnn/RnpiWzZqu//tN/53PNMYxZ3MOiznUYxs/5Ks/kDbkXL9kXfbPIE/eJjF4O5b86RV74zf5eBx8u9fm6O0W27hP51F/5NnWDgRzv+/+v1+fLv9Xfq1g/G9lvFdl5q8gX/01kctS3dfMLfLvMC/SIgY3+MOa0BjobFMwH9E8IN+MHKRpjdvwJfz82Nshbx6sKORsEdl/xapFHP+P7CLpWiHzNd4l88WMlRmxk2LxX5AWv8Wz4bPpgiD3wMc/EDRhjSouxKXHfP/lNEWS4+Xm+XBhtoXvy3gm9JsTahU4XvI7ZIHr4k0F2WNWf441NR+qVFdmyz887ZyQHjy4bJLd8hRQy2dKzyobK6SOBZyHj70NKAsaxhgbTLteyuaHkeXx5alk4ngm4AR77TCiRFzaL2CRhU4QvXQ05p6zaoUdL7Oy8K9AXmxQwoXNM5z8cA2y6ODbxHs8uzkaXzlFkOn7AG9bueSakelxkz51eVlHdH/Rkcm7KZHzZNow9dEjbGN/83ssYBrZyxo1nMiZiZJwhbYyRdl41LNrVsG8nKyJof+54ud/8qfT+Zf4l35maMkOYvn6vO06CzX7DDf1oTjbjl4nfyT2ld1ra+zetL7zHlUyu0rtc2eCV/b3S/dK+A3jXH3qslEZUHJtXeLLGRqNR7Okpa7CRkRHp7++vef1maE6YTtsTptfWtn2qtS9rMro3bNgg73jHO1y97rnw9V//9WZ0N2S3J0HK0g6YmJDpKxdk/+FjsnfXdsnhHay1HiurLtiPK3k5WGBjcFQav7gtFp0silgI4210eaMs5rpLDz2etC9/ohTi6rwVOR/ajPF479cEpuRMMF6CAcJCEg81pYJoC88198OjiAdy+80+1xhDDS/S8FnvRYPU6sDDfvGPQYHXCmMGg5+FKQYYBjWLXwwGDCuMPhbcLOYgmnJ1dPu8MfrZj3rZGQ9n/If8YkjPML45FwNFPcP0hb8xdsjRRT76rJ4tjCHI28hpZtF74EE3ltN9g7JfVsjeibOSUyOJjQvGFkZuNjUwWnRuszjetDN4RSf8ohRDFnZpDCJKZZGHzfVsNvA5L+Bzp0RGLnqDy9V6djHYvm36gxf18c94zzCePufV7i+VZcNgwiPIZxBiMTYQkCED/2NMOUZ1CK8GvGGNwUZfkQU9upJpUyLbIJ7LhkX9sPfWMf6DG/34bd7p5yOyb7pO5JH/8KXQmF+MqUYm4HV/wTf5efOlj/lzsH/RFxsvV6+IrFztCdHYPGEckIGxZFMAryrzzOUsY9hS27vbG8V4QDVvGVnYFGDMdt/u58uhL/v7Ek3g6ocHmXI5mb79lbL/1FnZu2WD5ChhRs48cwCDh7FQgjHnde/0OnAe7xBezpipN1E9wTwTjsF7qpQrzfxH3r3P9Zs0RJbsv99HCCAjzxTefQx1N8Yb/XzS5we4uRXIqZjbkLlBdqgbUUQ7MC+R29Uj3+R15rzTnSKPf9a3h1z0n/Nd+72euI2NAwxR/mf8eTdwPzZ3mDvMx9gA5N1w0/NDVYGCL7uH8ZgE/bvrVekeb95FRykJeK3cy+z60+M98YzDp/86PY8c4/LF31LyeKe9f4G+D+k3G1WOmDIsF5iDlJgjQoTnnjHTTSr6xYYJ3u5zlHIMm6gxPwbyIqe+h8tqZvfMJKLTd7Lajc5rfcTL5krSRe0jIoarbsjF1wElEyQSg/ml840NI+Z7LFcjUI3+6nT/6elp2b9/v6vVjSfN0PownbYnTK8p78hKUb6Nfkc30OiuKbz8m7/5m2ViYkJe85rX1ENGQz1IWdqlfxgt/UP+d7WLg3hc8BalGdzAhYR3lBP7zNUWizQW0t1b/WLSeXNCiC5GuIb/6iLWlWua9j98jgGM9xUW75gMyBFWnfF/80LRxT3t4pnCCBuE+GlI5FjwyBIGS7tKYgbUYFZPjZJM0Vc9lzBsjD2AgYenB0Mr9twpnBc3eOx33+INBdifFdRDJsyderqAMFXCyR1b8pAnUWMBzGIbgjXuAVg85/Iip4JXEFx/t19Mq2HHghkWbzYQWAzjpb3lK/xnGGMKNWhUBlf7ORDqPX2fP4bxBflcTB5HfzC48IwDZMX4ccb6sXDO7X61ruXHnH6CgYhRdz54pAjnnxoSeebBMG96/DxBF87YDyR1dFXJu/i9fqvflMFQ4GfbXq9j5s6zYRwwdthYiEs14al1rOBBX2wU8HywYMdI4QeZ2IiA1I4IANUPX07OmA6ghNU4TOXPlOYVY8c81Lmsdcj1f37jSYw9juiOUHmd5wqMZOajEvLd+Dw/PrSJPcTzl3wGYYlGL0pYpkCvajBuCwzWjJeOA2PMM4fBz0YKPxjdGGrIoM8F48X4Fz2aeT9vFcjGWMVyaekw5HL11YOh5nLGIaNDR+MhqoRNs2DRscmh7waNkCF6Jc4X5zo+g2wNPaQZ3HOxaCv7tZYcS2O/hpW/EnEbx3WDabb3r74PkVOfCQXvLUcaORTK602Ve+sZB/rmmOTDuMT5/UmWbjYX0vqafCcrmC9aBmsy0b6LEs+KrN088zqVTcP82birxNDeKFSjv3b+vjcYDIbZ0MYVHmqq0/1t3/Zt8ld/9VeNk8ZgmC/qyQibPDf58GMUqZEL0mqgKiN5kgk3+b8z5KPrlVU5NtQxouMFbcysXZQpbDiktVUm++RMA8e1FwW8aB3n5P0wIIoyTc68n45JLCvtxp4+97nmYCbainPg+XyGHjgWyxD6Pzkxk0U7Bjm83DPZ1zTZy46Np88FrVEen6+yFGUfn5kPWyZnPkVHsH+nzKOy8QzXxbrXGtJxv13psImZssf9QSbXViJFI3ld/LmTWed2oo9Jpv/k57Ww96fpJu2ZS56Xpq9YrqRMC5Ur7d2QfHaT0Gdrviza1bzr0mSPMdfnc8mRHNO0cYiPxRtJsZz1fCennZ92j2T98YXINR8Ye7nBYDAsy3dkTZ7ul770pVWz642NJYwEg2EWkG/W1dU1/7yzRrIDz2BXDqQ3ihnPRGABJqwRQwhPKF5AV+qIGsVTJa+Z86CF60P4rg9TDvddv8PLwznkHuMlIyw7ZmvmM+7BWh/PiYZLEoI8BBlXrw8DJUwazw75klxHjnV3ILfCQ0xIK88tIbvITb1h8ldd3i9emUEvD+Hl6lVSxm1CM/Ey4lnCY4vXdfSqZFaslq58r2Q2X+9DtF04fiCJu/1l3ivqQmiznrAM+S7SxmpvsBAmSjg8RgJhzs4jttKPHWM5Sd/7fI4yIUk6VrSPxxLvPtfjzXNhs4RtQ9rV4e+FNw7PH55vdKTs74TIAgxejG9ylPFUO2Zt6kuH6AZX13qiRL7nIgoIuQ9eNA1ddjXbO/1vPK14VtEP4ayMnSNnW1lKlWCc8NY7Ir0wF1wZsGwgIEOn1PXuFlmz0edkQ2gHzp/y/WE+wQlAlIKmVhC+SnvHD4r09mJ1lEKjGUM8t4D852vXRE6Geucu7BfysoJkch3SNTEqGXL9XWmx4PV0bN8ZLxP1stUwhXzM1eVOPFcaUuzI5wZ8n5WwjvlVJOcKz5r7nfFjjV5dCTLYyQkzI1ecaJPxwNIeCNQYK2d4hzBk4Mjnuv08coR9oyVirpioxTGR05/A+u7a6ArP2lg5M7rbGLvmjyuZo46HI9+DhK6rlF9eiSXbkcT1BJKtiRIZWRxKV827rhKLuiLx+Yz3b5xu4/LwqUUebTgkmd0nCjPfkWms8Uk56/lOjmVTnaIPl7YwPfNc9yyN+zmnJHD87zgyUsa9mdnLKxAOLfh71dB0MJ22J0yvy6NyU01GNzlBL3vZy6o6t6enwWU3DG0FNnP27EmQDC0V03uyLQwCwnx14e4W24Qnr/HhlXE5LZdKHGokE+LJoo+wbZejPewNLnJo+QxjkQU2i0IMEAwwx9R8SaSjz7NjP0b+92mRLdeFHMYQJkz4NkYZhp7WdSavl/tCkoQxu/9BHxZKPzBYCdnmPIwziM+e/ILPywQY4txjPeHnhL2O+VD0p+4v1Z+GZRsBtt9QKs2EcQSZEv159lEfbqzG39rNkj13XPaQN0x+NPnMGDqEZhPeuud2b0BBlOZyXKf9ghfZIOe6Roh4h7/ObQgEMieMU4wcwvSdFy4YYoM9Xk5k377Ph5ljEJB3TE484aa0wYKaMRvt8TolJ5qNBULNac8ZihjxwXPKvTE+nbE1KtI76A1lcqwJvWWh7kJ5Mz4nGEPeGc+E317x98XwJlLgOvp2WOTokz7sGeZwNhY4DyPB5a9mvXGHngFzY0UgOSPcGX1qPjJGNWkJj33a35sNlh03BJKpIZHte0We/qKfp87oz/oFOaRvEO2xUMfbzvhhjKBDZIXV25GP3Spy5Ck/B5kPa7dKNtshe7qn/QYNBgsyEILP+YzFuaPeqD1/LGyqrPQ6jZ/BmEgKHgTI+5CDUG/0gCzjMNVvCfMJtvvVIuu2+1wvvMlECzD/3WZCb/DuB9ZsDHlC+umLi44IodAqE8A4YV4yRzQUO3eiRNTCJhDPKykPGmHhWNlD2y48m9D/U57NnPcC48AGEjqEIwGDXSMHeFbon+azJ5m7lZWdTS2eOd4TPCexTNW+67QiQKWcbvpW6f2bJLBhA4q+sBmnthu65lli3ric/Y6Z78hCJlQPYAOwZ2ZOd73fybTP+xfiQJdqMOS92rwnYrI1zmV+suHDs5Ab9dfRHs8ZXBljKePerFVJUgmHvOzZgVUL+141tN9aydCUML0uj8pNNYWXGwyNAnx+ly9fnj/5Hh4JFkgpNYXd8Vo8Fsm2XD74Jr9AZtHsFo95kVtf6D2/xZhgPNdZn8vqrOOw0MYrCnEVi9Ozhz2REoYWXlL1GOFhvOWFfvEOVqz0RrP7v+DZs7fc4J/YU4e8IYfnGoZmNVLBuq0i5054Q4QFN4tSDG2M6wMP+cUxi2gMnPiFhtGCMeJKM8EcDAv3Uz6HdjQsuDEU8WBj2DAW7jrIyC544xEiMwDpGUb+2LAUegfk8qZ9UmAh7AivVgRytHUiR5/whhe52fECEk8+xvck+caTXn5nwHSHjYv1obZyrnQNGwGb9gQ2483e4GYMYL++dErkwCN+bNCRliGiXbzhMEozpq6ti96gYpGexztNGSm8fXguO7xHCYMWwx8dM1YA/aJTPNgYf7QDgzt6dfnPsFSf8/fG46855+iKe9EfLXGFzvhSgcEcckDI9MgBZ+x0s4PzGCOYljHiVYaeML58vnGHN6IxmNXiYKoyLw5/WWRzGHctxYYh5TYjwmYO7WAMI5/qe3CtFIYuyOVrE1LgfHgDmFvuWi1h1u31gTwA3TF/1XBlEyFmboY9nOeNe2NkrlrnDVXkhxdB86MBY8Cc0/B8d2ylN/zRCzrCGHYbWkFmdIj+MNiZ3xLGGPkgC4xre/NMYMCgZ+4DqZ/qWD/HEKff6qlWsjj0r5s2fE7JuTh9ADkcI3d4F/H8w1atY0t7anCzGcAzmZSp2ncdYwBLuZY+VPD/na8o5XMn379sdCQNOOYHpHHoobjZlhNZu01k7z0hiiHlHckxxpznIGlwN+KdzPuAjSmMZPVma960Y+WPvPNEdWBg0w/6BB8Dv9GJpiAkx71eqOd3FbIl9RXJjj4X9L1qaL+1kqEpYXpt0DuylT3dBkOjkM/n5fTp07JixYr5s6yyuILVsB5M72ltsQjXmrDaNotRrYPrQoCRPTIINH8ag49FomNv7vbswepxY3HtPDVTXlaXM05o6ekQztzvF5XU3t54nTfQKBV2MwzPV71hvOumkvfs6S94UjIMFBdq2u+vwYDDu4oMkJFhUGBw8j8G3Nlj3lt+5yu9AYQBxeKU7/bV60S6qQd+zBu1eGzxxiIXNp8ySGvOK/fqWyH5nbfJ6SsTsiIzKTn6hNcZLzRGIJ57xov+Y6xqGDP3YDNh9bj36CMncCRPbCZc9sY/Bq3mprLpgJFDiTFk4jrao/QYRvTKLk8yxibJhu3eEFTjh3HG647xjw5pH91Qbgxd0LetN/hcbjxjLHYOPiKyZr3I7jv8mBKuS+10QuOpSe5Cm8c8YRbGIPMJ2Y/vDzLs8H2l78ee8SHibNZgEKOrySnvvb7lRX7ewVxPpMENa0rXMe+e+qJnvUcX/HB9IRDDOQP7ko/IcHWXgzebKAH6pcY0xgaG+5UwrhjHyMz4ojO85ZSYwzv95U9L/raXyOmB7bKiq1NyGKDMLzYW2Jxh/rq60xd92xg6Llx6ukQMxu+4VBJjhTeSSAuEJhUBQ49nAgOdttmkYZ5j4DN/8td7wwIjEv3xXBJx4erbM987vF7oIzqFsZ1n0TGqd/j+E33CxhVzIQ71VqIW92z2i9z2Ym+gY0wjk3q4NbzfGeZ9fp7QLs8O82f9zpACEljLeT7oV0wCg6GOTIyJRksQRaEGd1Imva6adx0RL3hti3W6MVB3zjC4y96/6wcll+ZdcFEPdwT9ZtMZxiu9I8FivJOZU87DnVjWMD8Zf/SlkQUY1rxPlFSNZwe9Me/ZZFHvdqNIe+r1XTUH4VD+6kU5fW5oYd+rhvZbKxmaDqbXBq7nmwhmdBvaC/Vkek9rK1nCR71KAKOEMOsYxRDNab+ow+sNtEQRhgLQ6zDM1LBUsgiucx7rUe8d1gU1xheliQDeX/WyqoeR62gr9jI5Dzf1dKe8Yeo2CrLee4eXTWXT3GENjcUIdEbxmGfKxui/82WeXVxrGivDsyNig7xsTGQzi9pJb0jjwdMQT5cfmvG/tYwUXmoMIJfjXvCLXxdmrAYaYfthLBkfjH8MNcKnDz3iT4HJm7F49NOlPsPgruPCD8Y5JbXw3Lva2KFEEx5eV6YteEOVWTomdVM2bAy4k1d9CC26Y0GvTOHkwgOMUH70CwRDlOgBgEGLpx0P6cUT/ocyY8intcDdvQOpHfeD7Z38bAxojD36DTCsNPdcGdQ5H1040qgwB1mgMaZKSIZRzvgxDtRBD0PsUyIidntkImQcvacRa2EgYhQzZxwb/GR6TnElAjHNucZ4BniJlV3ayZT1xinREuhemdWBS8cIfV41HPKLQ/uO14BIhYmSTjHGO0kdiIjm+DuZXx0TtdCO5rqX9btPhDRxx94d8tD5Yfx0zhISH7OlJ9uOmbt5f8yG5HXVvOt4N6UY2VXfIwYbBug5WUd6rndk2jmNeCe7vPwKjO28R9AXsut5zCX05TbWrs1C0jbZvN9VbUw4ZDAYljm62q9ykxndBkPdnqYUcof5kglpaKwaHZlEKBkLyJjtW+8TGw8xSVvxOuprR7vjSrATn6den7J+JNohp9L9TjGu4hJJtJVNsInHYZ7A1W+eSJAz9cxkX3de/0gOvFfu3MgrqBsNZbLnvKc1btvJ1h3JFIXNFmWHEGx6pgzxGGu4bSw7clGvu+w68k4nU66LZOXvGWMTCNGK/3eUjO64f3EfVPak7pPzobvCOMwgqULG6Lo0ArDkuKShEoFY8n7OUI6Mbj0/da4l+pxGsBXPZR3fJBFYWn/mQqVz4uc8Kc+s1zUBeUwzyNBo2ZPnJd/LqfO/SdHK+jIYDIZlhqqN7scee0xuvfXWxkpjaF5UYEetJ3Njf3//7Cyr85WhXrIr27Jjcu6NvNThGG0rA25snJLfy28MLbxgyn5OXzX8EtIIjEw8lHhaYMsmDJl28eS4ereEUI5746Ob3MNRkY27vKcOjxoeGwxeQrMhjcIrRSi0lo9iMelIqTI+lFpJiBzR2kqRTYE523m/Q11sPic/G8NnbSEQi/X6//Fyuzq3q0M947Ax4BjD/fhk+ldK/2RGMjc8zxOjQXKlHms8tK7GNUzUkDKFfhIiSogychACqiH7Lm+T3OeBEBqe995P6prvucP3E50gMyHeI4T2F/wGBUY33ko804wLoG0XGk3/+kT6yKUOYaV44DsgBoM4bcAfJyzbsaivFNl1m88vpw9sBBDm6mp/D/pwaLyx5ItDuqa5zHjYyc2Oma/RrfMc6rzPeMIyohaQ27Gbr/YkeJC5Yfwih8u73+zznwmhdn0IxzJBB/RVc65Vr64WefC8u1rsT/r5hOzMS+YuMqF7xtilDBRE+lf4KIKOTsms3Sz9E3nJMB87eiOPejYQ+2X9vHXe3xBJ0RlSKPAy8puQd7zPyi6NjpGV0HAle2NukNdPaTNqmTPGjgl9vMQmznxARsYEfdJ2kmCrK5xDFIOLkiCfPpAdcj+iDZIbWPFzmRa+yzMHUz+RDOiX6gCaVsI93XOFx39gbhIYfT8xFsiNoZTc7KkneUzK+zDT0eHfv9yDiIO0PnMuek5jem+G75PZyHdi2Zmn7v+Jcn0x9/X90iqkPXMQDqHP/tEpYy9vI1S1VjK0HEyvywOZQpVsDEyI+NQXvehF8pnPfEZaCcPDwzI4OChDQ0OycmUgUzLMkx21ozHMrvWWoV6yx2zLZZ41wklHSrWfWciTJx2DhSUL9LjeMgYVJEoaqpls37GCbxJ58ONefsBifOUGkbtf6RmcMZo27vGMzBoOzKJx+02+HQjJXH3tkPt691eVbDsW9Z/5e5FTB4LcGZEbnusNq4f+wxtCd73CM4uPhrBsLr7+Tp9nA8EWRgX3YywhqHLGTBgHDBmMQORHBvJep2AK3yfy9EMi+QmRG+71bR56NJQlC7nqGMLHnvSL4503ijz7mO+7M4wyPh8aI4dQe4xpV/5ss+/j5//R3/85XyVy/ID3ArMpwhhA7nXTC7whq0BmGMgZQwUGISW4yDOW0PYDH/OkduglE/qMcfzAv3pWcjY7yP3lPo99xo/vjhtFRkc8YRmbKYwxpFLkT9M/VyKuw+fHY2A+8Tl/DmzqEMENrPR9p4+Q5aHXxz/j5xFjC/EeOfLPPhLGHf3c5UPG2RChfYx15pUSWwEMHDYpnvi8lx0ZaJs8ZM5ljhDGjuwbt4s8eb+//o6XBibqyHvmDH3yaMMxQuPhBWCjQMPAMab7VvnNEcXQhcAmftz3mc0CDGvmE1wCdIdxQ1+MO0Y1cqIL5Ca9wM3brJfVpVeEEHDH3H45EOcF0J57viJSNoz4G59TXhs9+W5Ie3/Esrs69OG5IyefzQ6Vi40H/T+t7bT2VfaYbbue79pq3odp51Tbn3rJMF9UKzubkI5rIGyUoEMlYdOygYv9HdfK388Gg8GwjDFcpX1ZtdHd29srFy9edL/TjPBWgBnd8/RIYOBVou7HAKuDxxsSCebXmjVrZtaCn68M9ZIdD/dDHy83uDFKTzzjF3TbbvReVgVeQxjKWclxHgY1MqgXm3u7kk89XgbgjGhq81KmijrbXSJHngykT5PeC6O1njG6ILziPhg4AA8rnnLapFSUy0Pd5I0DNgecR5aF2B6/wPzs3wQDMhNIpbq9kYW8eGNZjHJ/DD71uuENxiDCo3f93aUccPSFx52a3sjPvTGkn/2yc5Je7FopayaGJIuMKyEfu833h9xoZwx2+UUxxiBjRY44siP36YPB0Ov2BFMslDFaId/CqGJM+ezMUb+oduzqeNEuiuTwcnb5nFrGlo0ONXLJT1Xd0Ab9coRK3cFjSjku6opPiXzuH0IkA/Wa8aD2etlpe8s+7xl0pbv2e2OQ+2GEw5qOnGwGUHoLfbERghwYieSvszmBsYvR7e7bIXL0ab+Josed13hKZOs+kTtf7nOr3f2e9LW0NS8ejzzed+pBK3s4RvU6GPaD5572IQ+7ct574en74EYvO3MNLz36YDy4J+1C8tbV7zco8pOS37RbLnK4JydZ2iI8mwU+3l/I8fDYci06RHeMFeMNsZiSmHEe44ihzCR55n6R4UtefvcMdfnxgWH69pd6bz1jAVGdM4z6vGxKbIah5CIYCjMJtlTPHKdNl8MNsdYK/zkbX24eViBqib2yzK2nICo8WdpocwjEand/pfeeV0MgVun9xPjwPuFZRc56kcfM8j7MZ3NycWCzrNm40b9/4z7r+KU51mr9DliM75NqZUd9se7TSOBahbSnLHKgJPus36uGloTptD1hem1tVGtfVh1efvPNN8uP/uiPyute97qi4f3JT35y1muqreltaGLMwY5aL2ZXNnDOnz8vq1evrp8M9ZI9ybYMHFlS8Fw7gzj6jAUzizeYq/FwZ6LSNWky6N9AyZgwnKl5DTBMMJZcaHYAC0R3b817XukX+xiJjpH3mq/zTZ3jGF3B8FPyKQULMuqJA0o1ZcKmggKDkAUdYxHLC/CoYgjiJd/3FZ7EDE+rW9dm5XzfFll96ag3vjCYITFjMaxGO/1jwQ1p2IXgcSZknZrTGK1F2Xv9Ahk2Znfdev8/mxAQfblhWOP1AUu4Ao8w3m03LlJiFVfdYCzxkwTGMmOl5b00HJWLuBZQ1gtPL/fU8SKUuaPga10D5gme5A7Yka/6H+aCKyU2EUp6BZK2Qo836op67vVjTfuHH/XRAXjvGasTB8M4bAws8wVvUANXcqpb5NKQyImn/bE9d/qIBOcZR/bOUnkwSoipV5oxPBoI3wDeZdq66EnhClOTcj6zQlZniDII85+xxUtbDOvu9uH0gPQKDGvtN78dMSBeZ1IWJjypn0JzzBkbSOo0QoT+6fjh3SbiQUEbrozUxpkEW6pnIiXYtNEccf7PhLkPKV81ZC4HH/Ye0RkItazZNIgjXWZ7v1R6P9EPfnhW4/4sFLO8DwtTU3L+9AlZvWHDzD7r+NXjO2Axvk+qlT1N92kkcC1MODTr96qhJWE6bU+YXpcHqja6//t//+/y+te/Xt7//vcXj7385S+f9ZpW84QbmpQddb4y1Ev2JNty8loWi0kyHr1m3rJHnnNCa2f7XM/BuxqfmzxH76es3GXX58tlT3pFXE551Hact67Q8l2xoQyS74GJUE85KTss58VjeBUTY6NGUrEvU+W/ta24L+5zZF0xP92kjlU8xhMlhmyFiw7IzZRhOiLscl7arpnzKEke58KXo/HT8Oh4/FWepH6SecEutz+6TgnatC6xthETt2lbsaHkvGmJjRd0kOaxjaGfJ69Lbmi5fO3pmfpKyrDY74F4js/386V8t87VXlLvjZCz2fps7N4Gg8FgaDaj+5WvfKUcOXJEHn/8cbdz+prXvEb+8R9D/qShfbEY7KiExkF+RPgq3kEXRtw19z3wluJho75tGhlPRdmyoezTqA/hxWOWVlZHQ/ZcaHgg1MIAwdDCC0tesfOCFrzsWpMYEPJLWCNeThe+3VsKbcVr2Nnnc/FoE4PTMUuH2sIYXoQC4+11Xj5Ka017DyD3xEhxRF+UK1vrfxMm7sKjez3xGYYvP5TqQibCkQk1BniV3TWhNJd6J7levb4cc7m6lOwa82HrnENYL4YoRjmed7yueJHJgwbk5eKRJpzYsYsHAi9CeRljx44dSMQo5eVYvfHmMi79Xk5HjjXo2yYcHe89NbCdNzOEeDvir65AAsf9V/tQY1c2bcIvpnfe5A04DHXGn/Yh72Jc8MQjg+tLqCutpE7IyXGItzD41m7z40xZLeabI11bGULfO/yc5f7IQRuuLjqeyl4vK+OKvMqK7EpkTXsvHOdgNDtyui6v91WE1sPoHkpv8YMO8GLTB5efGgx4DHfn+daSVYG4jHEaveb/dxsaQQblIaDu+MpVvo+E/e99TsipTmG8j1nBiYBgTo6cF+kOHng3dygvh3GcCXoJnucY2oaTMePHEf0gv6sPPi5y+bz/LMlkP6akbIRxrwj1liNSQg0RTj67rn5zIGsDxfSNCtfNBWVQ5/lgnrm8/Fx4DgNRHc8F7yI+TxIvxp5Uve9USuqJ83bX6d2aHIfkZox7j1Jybnr29+985YwJKN2GCmk3mcVh225mdu8Gk5M2zT0NBoPBUHvJsIGBAXne857n/n7pS1/qDG9Dm2MOdtQFM7sGEpjM1KQMFsYlQ5gwubAxCUyaDDj/HHkMOZk7vSGaOzH3dRgHEDGR6+yYqmFmHhS54+W+9nVCLr/AJN+vz9fEVq8bC3+MQci0nEc0eHcxwh1bdqi97epWj4oceLAUJstinLzb6+7wC2EMcTyYRx4rhZAjO9ditKknEgMH4izkpR5ypkNk6x5/7ELIG8cowGCFTOvAI/445wMYt0FHMN5ZCBPGrjWx12/1Bv/BB71xNx0MQxbh1KDGSOHYhp0+/5tcZowwFt+QjiETC/r1u31+9/GnJTM5IYOFLsnAfs14IAt9ZOHnjPIRH1rMmBDCzr3Iiz5xwPeF0GQ2SchRdh7RnG8D1mjCfC+e9ob2WvLXR3wuOTJBhAahGUY2hhFjR/j7na8QOfmMN+4co/VVbySjPwwCynYRIkw+u9tcGfDh1o99yo8d9yPsd2CtyN47RcYu+7x6DHM2K9ABRFsYYhiIzBdyz7kHxikLXWThvvQNY43rmDfkVZOXvHK1D2vHoGFTSGu6773L950NKnRBu+gFwxkjhmMYzNyHMHLyoBknDAvywekvcxkZnrrf35/5R/84dtuLfOg+kQIYhxhLK8JmgjOSe0XOHJbM2BUZlB7JZFm4d/g5yvzlXugOI3nnrV4ekGTy5jebWKcOhvrJ/V6X6Im5xQaI4y/o8JsuXWHDis0ENiRIS3CbCkOl9uEU0HdRklgKY5FzGac4+iN5XTVAPuRV4j1kGtjgx43+ktLB36OP+vcCm2gaqZAkT+S+kwd8W7GXGf2u2163d2vZOPCcxiRt4T3q3r/9myq/f+crZ5IgkvFCl9tvTC8dV2+m8EZ/f9WV/Czx/VUHwL1DnqFjul6kexoaizKdGtoGptflgXkza2g+99jYmHz2s5+Vv//7v3e/+d/QRmAXnC/lZO1SZUddyC45u+5hEZDNZGTzih732y0KOM7naTI4cpyjfiEPWZN61Oa6juleNLgxRMNiGE/5I58IDN3lcvl2p/2i0eXWBqMbQ4iyXSyo1YPsyhBlfE6n5nuzyCT3FmIqF6Kd9wYXMnAP55Xs8gvT00ejPuLtywYDBO9wIATCaHDsupSW2uCNMxbJLOgldAlDD48VhF4Ya/QPeSEo4zr+dkzPhRITNYYXBjieU4wnSK0g0EIeDGRnGA55o4N8WoxZgMGLcQZRG4tpgNF63Z2unBUvmM25ScnqBgSGL5sQ6OzMQW9ca5QBn5NrjlHOgpxFIp5v1hb0h3JR14Z83jF61Q0KtzkRyOTQ4Y4bRJ7+ojfk0JnmbjJWsH+v3+Wvc6HjBT+uWuubcTn0hD+OztZu9Lp0rNKXvKwulJwc3hGRwU3+OojJMGzXbPVGNezjbGJgYDFmzBHGn/5DvKe5/GzcYPyt2eI3ArgHc5r+uxJwWW/UEklAnvbVYLygY1jOGQv1GrJJwHghB7rSUnDOwx2eUzzq5IbTH52jw5f9fWBxR1b0x29khw2d54yyXRi6azZLdvKabJ68LFn1sDN/HZt4wW/4IC/zA/nZhMGwxTjT5xR9QRTnwvInvay7b/dzjU0iNx8KgTjuFSVuAx0vcsXj2uLIp5thyWfXvQe6fZQAm0xaHz15XbXA4MZw1rJzvEeY245Qca83vBnXI0/4zaTYsOQdwnPO81KUrSelrnxnee35+SBtHJRXgufCRTSU3qPZNZtk82B/+vt3vnLSz2TFB+YGY3jsKe/xruf3yWJ/f9VTNyBt3BcIyNM2b94sWZ7FRbqnobEo6tSI8doKptflgZo83Un8wR/8gfzCL/yCXL58ucS3tGqVvP3tb5e3vOUt9ZDP0AxgoQar7GxMvPNBRKqTLxTkzNVx2TjQXVr4xaQ6sQwYohgTGt4YY7brTh3yYdrq4S6TZch7qFjwJ8l+MITOHAoeIsKl8Sb2eG8dRvSm6/wClnFhgcn5zgO2qkSuhLwYGZzPQp2QX7ybGnLO33yOAcNnGNaEhiMrxGacg1GM0Y2cMBvTf0jLaJvyYngkMUbOnfCEZfd+te8nHs2xUZH9D3lPIX3AO45XDs8yRiTX4o3HO4oBiPy0QYmrjpzvOwYSfcFguvFeka3XeWPw0MMihx7z3nUX9jviw7evv0fyN36FnJnKysZLR/wOH2RjGFOuZjm549TNXus3NgjRRoau4MW9Quj1hPeaY2yxmcE4YxxSgxrPr4bBH/qyN6DwiGP4Ub8bA5NFPuOE7BPBGLr5hV6vjCkGEzonvJnP6Q855xj5LGrwfMOsTe3w3o2edRwDc+SKlxVSuD23e+ODqAB0eMcr/DgRko8RzJxAR/SLzQyAZ55xR89459mIwCCHXO3w4yLbbw4kb9StxptMKbLPizz/1SK7bvX9IqXhrlf5+aah3WxUMP4Qt7G5g3HBfekTRrLmZyObhFrd6IJx5BgG8sadXi4MeiIAGFfawrPZt0LyfSvlzHSnbBzokezxp71By/hh3HIPjHzmqQsb3zaTyRuDnDF375JrIY9cfMk67oMxxDg4o6g3Ck0OfcbYSwtzTpISKhgbxtKF0oY0ieR1tRCB0ZaOO3MII5a2qFvuiN5GSrnzST4D5gL96dvn23Ll9Hanh70vhFSsEmEZenWRLsg7XXyP5nM5OXPlWvr7d75yphFQgoyWFOzymxeNZgpv1PdXk5OTKiPymTNnZCNfK4t0T0NjUdSpVhowtAVMr8sD8za6P/KRj8gP/dAPyate9SrHaL5p0yb3Ivibv/kb+YEf+AFZv369vPa1r62vtIamY0ddECISG9amQ9cmZEN/dyn0MUlyozJwfLZwuErX4XlyuZ2F2UmQktez0ERAF+ocFow0gRHirrvq88LxcLEQB7rAKZJUFULObfCwqQx8rt5zZ+SFvHB+Mw7kEbOIx+ggfFvBYteRZeW9oYUR4zyyoyU5MeQxBJUl3PVt3Bv1bD5wHJkw7Fy49il/Th8GWsgv1/5oSC1eYTUa8VKzED95qHzcMCa5z1P3SWH1Jhka2CEbXK3xaNxdfdyQ38nYIoMjTwtkX/QFmVwfAgs4Bi79JgwbsGB3sg97zzJwnsbREoM7yHV7g1rD+5WMDEPeeWUveK81lh9jrczkGPb0iTHGOHfXkKt/rMRkju7ZsGHczxwO86PfGzecSwg+UKbt2GuremSDQPuDQUD7qmuiClQeN1/GvJHvoh4Yb7zgRG0M+k0Soh4Az4duSDmjM2wKMVZqrCaZml2fCr4sWRJsooRIhoJkZCi3WjbQlrLgozMMZe0Tc8yVrYveGfr+YNOMcccoZ6xKk8L/T7QBfVRgoIJin0P/qiZS08oAucCqvq6661LbCue6iJO+EHbf7Q1uoGXWFGmGTpLIj/HSqgX6f61yVZIzDS6kv69sHAv5QuX373zlnC2KQDd7NNS+Fb+/WoDcDTJbSthsWN23aPc0NBZFnWqlAUNbwPS6PDBvo/ud73yn/PzP/7y89a1vLTuOh5vj73jHO8zoXmo0O2nKfEluZiP2ARhdri5vos9KglQJ+nnyvpqbymITjyz37YSgKxs8Zz0+FNnVQe72xhoGlzvGgrxQksuV9Jrw12K08INBxPkY3Sxkx4IH1JFSdZbyKAkBZ7GKgaieJvqIlxFSMgx4SovRZwxxDB6MH8KtkQHjjjHiPuR0Q57EuGEw4VHEsN55QyCMm/ReXcYWY9J5bSE1C2HZXI/xgqFFSDWe6dXBmEF2vLZ4JZGR/rl6yoQehxBnxpKNAgxr+onhSn48cuB9J7QdfbA5QP675gqzGUE+KLJg7Dgv/UpfH5kxcWRbOZHbXhJywsn7DWNLuOskIdeDPnya9rgeWSDGYy4Rwn79c/w1tONqLgcDz5GRdXmDxRFSBS86MrMRw3iT881YYwC7+tV7wo7SOX+e5iiPX/Xzgevw4J85FrzE8fNJjnkgu0OPjAvz6+FP+N9cj870GXCkcdkgHwR4gXANPbla5Of8+GDc422m7+6aQHan+eD67HAcL66L6Jj2Y4PcuneiIbsuV50yd5dDyDGbHMGjrqRiQN9FLsS4t7Q5wzMVe8g5R6+rB6FXMf0kbFSR767XIWul90VqW53lJI70hWeaOeo2EhJy8H/S8NaQ82RbCyF4qyTnQkja9Jz5vqeTOdsx0IWSTTbjd1MjsRTkbs1MKGcwGAzLBPM2uh999FH5h3/4h9TPfvzHf1ze8573LEQuw0LRCqQp8yW5qUTsw2LaGcLd3ohL9hlDi9Bu/ayszWCIpclF2DPG0vGnSqWeMHaUzZyFI/m6Ls80kJJhTLKoxCDFg0vYrCM+KYSw8hEfvnvyWR++TZuE6XIdXl4MEo7hlSWc2xnphPqO+lBv8n9h/SbMm5rKGEeOTA5W8A0i2/eJHDsgcvABv6hlsU1+LgY0RjP9wIjDoML4hln5lq8QeeJzYbMgsIT3rRLZd4/3NmO0kwMOeRueZcL18WZBCAf5GmHmGBC0iwFH7u2zj4ts6vHGOTnVjE1MKEfYNl5dvO4YueTF4lU+/JjI1WGRgZVeVsKe8agTtk149bMPlepUMw433OON90c+JbJpl/fiEtmAcUefmSfX3yPS1+VrLROOzljtu9cbB5//bAjxvl6kt88bPuR/732uN4whoHKpB+juqtc14fUYl9TVpn+OFZy86wsiZ46KXH+HD/9HLvK7MTQw7plrD32iRMTHJg0kfuidNsjpRudsJmCMcR1EbcwJ+nz2kJ+TtMu81s0ijGHGl+cAoxrZGAv6i0GD0cwmAnnvK9b5fF71VvIbYxxGccafe9Evxo1py7V40ZknShrIB+iPDQXI45hHyMA19Ic5SypE5lhgXA9GFf1085dc63OhLFqon05qA/3lujRixGoIvZLvFHRJ+2zcaAqII7kjMmTMRyF0pLwvKr17Msf9u5Vnn/lFqgH347njOdM65fQ/SXbEhgh9TGtrIQRvaXLOZ6zS3r/zfU/TT5dukggxZy4w35Rsshm/mxqJpSB34z2eO918hHIGg8GwjDDvhJBcLicTFcg3xsfH3eeGJcIiErXUi+SGtem6vm6/Rq2G5CZJ7KOsuBg1cd3huM8YTbCUK5u3gv8hbFJCryT5Dt63tZv9eUpw5dipMSw3iIyFBTuLWwxnDCYMNfXu4Ylmse882ZQamvSeYheSDkHXkPeIYkipEYQhQp517GUl7Jbr3II+nMOiloW/hge6ck3TPg84GzyfLo/2gmeL5h6ME4tbQmK1jysDAzMGOca289phoFz1Bj2eZ7zomuesxgQLawxgjFI1qtRbefaIZDZskXXXLkkG+R0jdWepDrMLcS1E8zRfKp+FYYbBfeWy34jQutObd/tQZ4xPNTYxaGGW3/+AN9oZA64njJlFPUYs+rt43Lel90Mv+x8Uefp+kc2BXI0NEIzqU896A5yNll03+40ODFLkYAxo75YXiDz9oL9OvcpaRgpPP/njhOdTIg4Dg7EmfxvmcOQEeMb7B/zGDTohp57NEe5N9ACbHegdI3jbPpFzR0pjDLcAGwpaz5z7Y9A47+qkTwEgPxzdjOOlh5n9qs//xyhnXABzmbl98wvChkggHOQcxxCe8fOAMbh4SjJdA7IuPyYZ5i4ybiHXNwrd5z5uw2DCb8IgI8ZfMcw7eMPZ3HHPScbfh7nqQuwrECOmPfdJQq804izeB0SJuA2OfKkdxj6Zc13NO5Ixdiki4W82z5hz+gwyf3fe7DkO4hBr5vsN95aH9cdtLYTgLQ01jNWs79/5kpHRT0jnNJTd9Y38/WlPtBj3u9m+mxqJRSR3gxF53bp1kuEd1GyEcoaF6dTYy9sKptflgXl7uu+55x755V/+ZfnjP/7jMjIH8hJ+7dd+TZ7zHEI0De1O1FIvkpvsyCVZVy3JTRqxD19Aw93eaGRRGXtM4j7jgYO4yxmYo95ww8OdrNNdRsD2rPfIXX93yNmc8J8fP+ANGhbdGBHI4fJVQxkyV04plDZjwc+PYwa/4L2cXL/9en/tgUdFBtf4vGVXqqpf5OgT3qDacaM3hjDgMHzwquPtJeT7S//ux4s+OM9bn/dIUi7rnq/yhpWWWyI3eNft3tOFV5cFOJ5QZIHQDKMcuQlHdp5AjCZCjE/6RTIM0yrH7tv82BHWjlcaY572XKhyLpDADUp2+82yDs8+4daa9844YIzhKcdAZWGO0YXhjwGfD7nMLpT7jJed0GiMX7yWGKaOICyEUWPksNkB8DRz/yfuCwYcC9xdfjwxQI8+7b3ijtgML2UggcSgxWhFrqNf9uHrlB0b3ujbJqJANwroJ2P92Oc86VhXZylSAUPu1hd6vQ8h+0ofFaCGhwunp3zbzf4Y40UoNVEBENvRbwmkYuTYT1wV6eoXOfG0yBHKoRECzrORETkdiP/QFxs0GLkaOkyou0t1gDhw0BvDPF/ITaQHeiNveiKQwIHhs6HeOoRsYTwdyRnzg82IYZHVm+X/Z+89oOPKr/v+OzPoIAmQBHsnF+Ryub1JW9RWWluSrWIpKk45iWMf23JcFPfuv2M7luUklo6d45IiH584diRZkWQ5UqKyllZaSdu4lctl7xUsAIgOzPzP53ffxfzm4Q0wGMwAg8Hve84QxJv3fv09vO/v3vu96e23SJflvb56Ue8nJ7SHu3hEmvBcwOMBrwGz4mIh577hJ/OH1Zx2sp6xOLtNgyge38hiOYJeceEsLK3cY8B/XkDGKc/alfS8SHr2MP6kKZx0224U6b5Hxe7aLOxiZSxPd4tuUPmEO7GsMgXekto5i7Ga8flbrhiZE9LrLBTD496IbzTMNO71hnkSd+PdDII2n3UGVBcFcxpQNwjzujRQNun+9V//dXnrW98q3/3ud+Xd7373pJAaqcMOHjwoX/7ylyvb0oCaFGqpCJqaJNuwRs6ePSubNq2ZWZEzSdgHMmcpkJI2HPw+Q1TiJLtIuyYF2HhB9wXJqNty9ULQcC+mfnuZpA2QCNzIeemF5ENucO88sj9fzsoo/dFVck6Tq3hcz4PYQlzdOWuUfLvfo2NOZXtECTYfCA4vtZBfE/TCGupixL0URRAB2uPSZUUvvxAfiB9WKAiZi+9tUJJlMJd3ftJeCC+krfdq3sLNcUtRRv/7rki2/6qcHRiTTRdPSNqCgZ3lFuXwSPwMIkI4BDChNspxudCx/EN2sdphxYcwReuDdcK4M2aT/Ytim108cSRihpWTzQKrj/Pj13E+RNJiTdlMwcrMHGMtP/a8nnff23SD4NiL0dyvVivweIPIpWjcr1xQ4s9GgV++LyRHLmyLo3T1XValdtKAUR8kGUu/rNDvCCEAFvNt3ghOBK5fx5SfRnBxI3eEmR2MyLprv3MdLuHEt0O+mVNb27TTvC0MTm+AtGw5R5CzqbScXbFFNo1clTQW7jFvbdGeybnA48F7oZ9MwRf9dLnFmdMozZbl0HaeJJ6FthxBL184izU1GW7iPS/M6j3T8yLpuKXfKgAkpiMvHkcbTARu1mVVSEitxLEq6flbrhgZ97cvhmcu5dO1eylgHsTdUETWed2k81pLgnIBlZnTgLpAmNelgbJJ96OPPiqf+cxn5Bd+4RdcijDD7t275bOf/aw88sgjlWpjwBIQTcFDYmBgwP2cEUnt91OHxV3oil1TKpIE2Pw6rGyfKBD7bNYE/xo/vzAgjtkvC9ftKeVHIk0+nBXYEyoyVzM/rMOlH4uFefDS5f+hNpE43wWUsiz3s8GJc+VTA05aDv02WLneOOQyTTKQSUuOMm1uEcxKjc/Q58apc2bpryavy0wdd86Jh7a4Y/76MAGrhDVTMH6EEMTGwaXf8lx/rYz43Ptlx/uW9DtwFs6EdRqfG/czYQ4Z18nyI2EyHy43s3edzV383om7JMde7HLNbXqvtsXKj4879SfdlwXzHJubeHsqIehVyedFJZ+t1XxOz7LsWT1/l9jfpsWMeZvXgHlDmNP6RJjXpYE55el+17ve5T6nT5+Wq1evyurVq2Xz5nlKARKwsEItC6GMbnVipcL65pS9J/LEA0KL5dZUzGfT56T+mHsoxBjrM+7oPhl150TnI7BFe2gH1k8swbkBJUy4U5vbNW3DQkyZFIX7N9fd8qDmn3Y5iAdE0k1qtSYdlLmE4n7MMdrg8uu2aXqnV56MrJgTaqlF4I3znNU9Ff1/NBJuQt0ad+Kc5r+GPGOtxiUWF2ssgs6aSiqqlUr2nbJ5i1rjaItLDZVTCyyWvW23ipx6RY8xRvSHNjA+xB1DQHHDHom+MxLMuDjL4HqdO+ojDpbzqRMLvasrnY8Dx9pNHDFiYYz9kCmpr1X3/DZSj0WiacSiO1XvrBLl5auj+qO4cv5PWVhWXSxpVAdu6XhCMHfOVRj37Mgd37WtRUXU+D/iWZTDufSZdYA7eCalfbHYeFsbuNtSn3llGLo2qmWfNGx8j+cCLt7EirMGEKvD3Zw6TKyPuaR/HGM8aJeL8ScXc6uS5c17RVqjfOVO2CsdeSwMantwh+d6l08cqzWx9xkV8nKeBaOxWPyshgmcvxwJZR3MC2VxvlP4H9M2sEadS3PsvuQnHh+ovCOWR1o8+symAPOEKBv1MAdO1yAm6MWYxN2x+Zn11LBpL9Z8yuN32lAgVmbPi+ieMUVzPuYOzlziAu+7hFsbGAvfbZu0dHga4OVg17nnQuyZAuyYS90X5a32QZlY/Z0nS4KKeymwdlI47aIs4noRxKPShRLOqte/TQEBs0FYowEBSxJzIt2GLVu2uE9AjQm1TFEvr5BoykIoo8frdO7C5zWWlJdWyBJEwb1kN8yuz0n9GXxRX9pw84Z0EGuLUFcWC2KDKkAT5wxJdbmsI9GybcTM9Yqcxh04eqOGPNAO4owhsyihQxbXbRX5zhe07TfdKXLXm1XYC4Gz/h4V6kLd/On/qy/od7xB3Yybm0T6n9HyEWC793tFnvqSloP4FQQNsazvfknJTvtykbaVKpR16FmN8915h7qln3hRCQQkBOL/8rdEzryqY0AcNCrX++4SefFb2q7NezQ2/HnUtxFsg9h1a4z5yZf0GIQBISnI6zNfEVnZLbJ8hb5ooHZt7u+4UjOPT/6DksLGdpE3vV/bcOhJJX+kOxsZVaEzlMkhZg+/S/uBy7e5WD/0bl0Pzz6m44J6O2R8803adsb9jjcqYUNRnPjb8ydE9r1WZMU6kSf/j8jEiMbZ3/lGJXCcR39wwUYhfeddLve4c0snNhJix9zwu1sj3SJ7Xyvy7Fe1f7c9LPLyt0UGL0aK2WmRLXt0k+K5f8yvNchr930iz31V+7N6q8j+r+iacXnV0yIbd+smxbEXIq+HlMaqozPAWrGUc7SBdYoOAYRjBxsih0Ta2lR8LheR5nu+V+Sbn9WYccaUtUxfLxzTvhBnzDogvRrrxCnxrxd57Tuje/yyurATj3/oae0f5xBqgWs8ad3YHEq6L/mJmjJu+qde1vVHrDv1oiZ/7pASYTY7ED70Bb0o3+ozsDnDxo25yDM8pqRvnhGsJVKzGWgX48D9NRm/LiLXL6jAHjoFJlRIHy2fdFIb2MRAy4FNMTdW0aYIbua+5Tau4g6YM/8YG248j9gMIsSh3Gcr7WQTh/vUz9YQH9P5Rj3+bQoImA3CGg0IWLJI5ZaQ31FfX590dHRIb2+vrFiBBW0p7aZWSDSFMnlRLmapgIyUUQfLkHlhfqaochar0yxCEE8stmYlmU2fk8rG4gehgyRhgeR3Xo4hrpA1LCcmggXMkgQJwTKFhRyrNsSBF/+zh/UnsdkIRiGwNTSsmwXEGzvSHlm9b36tEnqsm4eeEuk5L9LSon2ErGLtdKm21uZzRaOk3X2vWvawWiJMhXgZRJ1zIRxOHOuyyNod+jJOXDnWRvpB37HMIWxGG7E4OxXuCSWplLVpt1oxEfOCYGCJtVhxZ4XfmW87ZfZecBsAuXSz9KYapWN8QFK0g/liTJsjoTjKdnmrB3XtHIEsRaI/WCIZL0gc/YSIUBfWRIg+BALiRnz7xeORyBieAljUm3Us6AfXQWpIU8UYmdo7xygf9XDE5SDvWGd5KaIeyBDnYe1lLNkgoN/0D8JOajA2EbC6mnI5hBJyDnlCqZw1YWvFudiT25vNgG6NmccjgvVla5AUcydeUC8CCCNEm74M92nb1u3Q9cJ3zgOjWftHW7H4vvh1tRSz9hE4Y1wghcw5VnvILWJlubTIrttFju4X6Vgn0nNK5xchP/pOyjOXmxtPjQ1RGcTmrpDcnW+W3rGJ/L1KKjtfMAxSylj496B/XzKXJ1+JUoxldY2xFu0eZOOKMXX3V1o3o7A2273qW5mdgN0VPb9rq84tavSsK67Hgm9u74wjmyIu73lGreJ8R1lY3UlpRzl82Biz65i/u95S2AaztnPfnz+i9zp9Z207C/VF3fRAYI3NB+pzZHBMNzT8jUHOY4OK79x1ngdPuc9W5oSNGzffUYou24TAe8D6U8rzd4n/bVrMmPd5Daj6Gg1zWp8I87o0+GVFLN0BNYpqiKZUSRmdF4LOzs7Z1emUmnH3bc6LF4HZ1J9UNqTSXFFtTwqiAMkyhWwIH3mrXX0t+uGlGYIoEWnkg8XRpV1CwA139PF8fmlAKi4IDfXxgoxCOG7SpBF79amon41KtiBxBkf+IrKKGzWWZsqCcD39//JtsNRIBqyoTuQsEvmCWEBcGEdUwflgpSSeGSuggT4jaNZzVn/viPKh03Ze6NlY8NseicWl2jukE/JHTmgDlmMZ0rFxY7A+Ur2eEDnzSt7dmo0FX3TORL9OH9DPrQ9rDmr6/sq39Zy9D+jmhC/o9cYPKNH69uf0dwg/7vK88EPOwCP/TMXubM4A3gDARNQA7u7jw2qNdfOwUompI+lDInTDCdFllEjysT6aeJ2cVQs+6vK0H+v5JCK3fWBqz6RquxGlfdt8s4YnsDHg3KcJtRjXtUBfrO3OXb9TN2kA17LBwzkmZNV9l7aVuWazBBBygGu8rVmIJRZhiysfGZTUtfPSSShCklDWdLD7kjAKu5cAY+SLaznXai9uHkJP+f69auJg3HMDXlsZC5tT7l3KYePDyuX+pO2QW/OQceUM54X2bOztOu6xeBtM/Iz7wfe+cSJ+o9ouPrSFDTSIfVzFfbK/pjofpeSLE+5ynq2014VEZPL9MPj9KeX5u8T/Ni1mzPu8BlR9jYY5rU+EeV0aCNKHATWhjI5y47Fjx9zP+aqz6LX+saQ/kGYBnXJdTA0b+HGkLkf3SOwa1LI9ZxNzWR01ghaRh3h9TmXaGyssb+66wcLr4gJs7uXfIzRWhuV6trJpV0E7Rwvzn9t1SW33ynfzOt4sWT9wlTHx22Bt9HP0Un58LTgracIY+3PE9/E+k6O6IIba2u710cbNr9O1MzZffD+asD4KrouNsd9HgxFwrPIFfYzlKXZ5jWNl+/W6a6L/+y7XiWsmSv81eZ2phU/EFMfHp21Tdnio+L1aCuI5qOP3GBs5SeeXcs/5a9Q1dqK0ssq9Lum+ZJwnv/cU2f1zpvRjrLLPuZnyfMe+n/b5u1iw2LJ2zAPqYl7rCRVYo2FO6xNhXpcGgqU7oCbUZ3GtGR0dzaus+u6Hzr07k2wBmkOdBdfyUmziTM662JTP5wvxwmKEUJQTFmspVCw393KnKN4e5cBuyFsccXvG2utydzeq1ZiXXizQCI05t+gWtUg5V+shkaZlGuuLRcyJSXVobmwIEKmsaJ+5jOIaS/ucKNZyzdlN/mlismkfVlBcxrGiNpiydkr7CsGBABK7S1nkBEdwjHGnPcwDsb3MC23NeYQVwSjj0rSf/mP5o17KITtVplFGRxslRywzcby4RjOOuCpvjFyssdo3IJq2XN2p6T/9dgJpa3QOOIZFmX678xv1O2LMV60V6VwfuW4Th746mocRtaJikXdq67gbd0XptLLa59YRja0nZGBtLhqzBnW1B5zHhgYWburEhZs2EArQ0qpu+U7srEm/Y07cOmjV/O2UhRUZhfbGXN7NnHXh3JsRj+rQtjHGkQu3Gwvm1dYP6wIrKG3Aw4I5dAJ7UYo0vAtYl8wzZZjSO79b2jjWiM09/cHNne8R/rN+0G76TJu4zrnq+2m/JiSXy8rotR7JdbTpXMTdIWcSCaJd9AVRL+4tuzdcGr5z2i83Tpkod/dwFMvOGozuO7vnnFJ89GxwfU5QbPdhMd52//I9GxnU59YVIQf9UT0IyEVicvHr4s+PYur5piBfiewKs3nO+Sr/M33Pc7f/SuGcgsUmRhaU0Wf+uxqw6NdomNP6RJjXpYGySfeJEydk+/btZX8fsEgxH+qzcaERyC+iQiaaVsk6uXbsiOZjnrT6jiihtPheP8cvrraQYUdETuXjR4ERdQSVTKmZmN91uP0eF7l+SV/ur17UOE9cjKkHgox4E98hhIZbKmrIiJGhCn7sORVyw+2dl2AEtK5cFBmLFKshgJdPixx5Vl2yGTeIDMJSkBb6QbyqUy1Pi3R25fvq4lIjy+ytD4kcekbLYaAZBwjszfcryclEL9+4HhMz6uLGM0qQGZtzR0QOPKHXbLpJv6O8NXtFOlvVTZtjfVfVXRmXa87FhZwyXf7sDiXTEEvE5nhZhDAy924urqsbPeOMWB1u7Td2qps3ZROLjOswmxP0HVds577bKHLTXSr2htiVI7StIve8WctAQIzrqJ/NgR3EFQ+rqzXElBzqLqUX857WzQFc8RFKw2WZ/hOnTQwxIlzMAYSfkAH66XJvDyqhIUaa+jnGhgd9Yc7JB888c/6Zwzoe9MGpwUcbL5yDWzlEnHllrAYO6RolHpxxOnNQ3co37NC5xe0Z9XjeuykP131w8ZjI6Ve1PPpFP93YIeSH+3dKY/VZN86KHMUGUw7rgTliLH2RqlJEgrh/2o9rSIALA2BTZVD7g8s7ZeP+vG6nyNlDIteWa7tZs84VfFTvJdYG17A+GDPmh7ZyzGK6fXLp1lzUd6fkf0bb6jbVItVyxh1y6SzT0SbM9tsKr/Off8ynKaM7RflUXsWdMaUts8muUKlnq1OWRy8g5kkRHwebLzxdbE4JV4kLvi0GMbL5+NsUEDAXhDUaELCkUbZ7+Y4dO+b0fcAihanPJuUdroT6LFay+Eu7xU/yMuhbripVJy/mfm5irIFYAiE6PniJdim+eCkf1ZhnXlQNvLjyonrlXL6dvOBiTeblHashJIvYZIgU1lte0hFR4iWXuHSzJBNzDPGAEPEyf/WSEj0ID6S9I1JE50UedWhUlwEkrzE6HzEo6scK6tJbET9OPPJxtURDUCyf9LLVaimH0FiMOd+bSjwq5ohyQcA3RZsFAKsxfcEKf+JAVNYKJcSQbES+IOpnXxW5dFpJFqSDfkLsEKHC0gwQOoPEWN2cC6lkvNhMgFgifOZSea3Ob3ZAzlkfrBPKpQ+Wgoz68QyATLKxgXUbwgsgeBBk5sTcvCmTmG3IKAJr9J+5YC1A7GkT64VNIJdeLVo3eCMw76xR1oCz4HZpe6ib750VNqfzEre0QpIp35UVWdX99QjZZR34axHiyRqx/rBBQN+xWFPXhZNKvFlXRsBMSAsF9dNRXLpLvdUYxSojRHdDx9xZ3DtEUg2Ra/qEqpy7VHQRuIb7lfs26d6Nn+N+H9P4+cl7B2GzKLUVnhKQazwXUNbnmK1R+g8JR4QNTwY39/06bqxxi6NGyI52M/++GNqe+wrTf3HPWV+wqnM/2lqwHObMn+9hE3/+sU7ZKKE+FM4tDp/NOcbKUgyaijuCfcWyK1Ty2Uo/UV33c7zHxyFpvtzG1QndhIy7xPtzuBT/NgUEzBVhjQYELGlUxb18fHw8KGXWMyA4qGxWUH02nU67HO/pod5kSwWk1RSpeXGslOItfeAlmZcyU0SGdPJSCsHr3KJxmdQNCeElmmsgXLhYY9mMqwPTNtoF6cJyjdUZogM54MXeKWpH5WId5YUfsoG118gC1j8IICQfAgDpwTV78y4lJVsilWks3M//o8i2vUoAIHxYH6kLIgxpxDrq3HQHVUwLUsExCCmWTIgLrtwvf0OJDfml/bhU3KCxEu++Xy1htH37PiVxbE5g4Ua8bTk5xZuV9ENKM02S3nqLbG7JSNrlkW7W/q/coO7FtIE2Q04gfYwRxxgD6mMDwfJcQ2iN8GGNHBxQoTPmgfVAu1rbRPY9FOVcJhygUQkEZfF/0pfh2k9KNeYYEg6JowzmKLVCN0Eg8axBxpA24x7OuVjZmW/6zCaCvcxj6XZtPyZy4YSeyziwWcGGQio6j75glWWDBCKMwBbeC8wjbu+4eFPmwe8qkbMc11hJ2fA4f1RTywHWGXOLWj7XOetpWr0GIKwr9+j3XNvNfI6IrFyrmwf91/W77rvzXgCsU9Yc7vq4xTe0qDs/ax3PAjZX4PYTY+4W2NzRlk9ZbwJA9v+ZRIIg3KxtrPJOiA+yHN0/WF5RUOd+4zzaZqJmbGQ4sTLSo0U57/nJ3K7u1HnhnuMaUsVZnm7GCsuuT7hpC/cKSuLO2yMSpHPPgcjl3eVft40nT3gs/vyDYKOKHq+vIE93gop70jOsks9WNgHY8PKV5f1x8ESdJud0fBrBt8UgRlaFv02LGZN/V3neBtTFGg1zWp8I87o00FANMYAvfelL0tXVVemiA2oJFVafRblx2bJlIpevFz8JEgLBspy5lYAJl5iKMR+sXc4KHbmMQ47i15gQUZI6MKQA91/aCalyxDGy1vNCC8k1K9/YNq3b1KK5DgKGdVQblo/bxprHB0DGIYum7g1hoA6IkeWuhtS7lE5enl5INcTP8otj0bS+OFf3PiV6wHdNZUyuXVD3bD4QIyqDQL/wjWhcsGDnlETR3uyIpMZGZFkDFv7BmFAWgmSD+oHk4goPeeQnH+YZkmtq3GAFFs3rSpQB88K5EF5TR6c9EF9HIiOQ7oy5NHV2yDQbF8wbBN3mn5cf5taE0OizcxO/qh9AvDxE1foDKWPMnLp9RDwpw6lYj2t6M4CXAnNEnwoEtsxqTLw9FmXE9kaVZLv+kOu5STc+AHHMtJUx9FO2OVX1sajOM5HHQlQHrvPggXfohgYbNcCt23YdUytr0q2YWPYbOiZuw2jVpMK4u1ebGmYvUmXn2NixTunzeC4vdAc5cES6IW/tN0uzEXojEPTZ4O7X6J4zmOfAdG0xL5rrpIXL6EaaKYmbboKNy0zPv6T6kp6RMz03K/lsnU5Z3puzyTn1BQeLCb7VOqqhjL5IMfl3NaBu1miY0/pEmNelgVltf7a0tEx+4r/bp7GxUd7xjnfIu971rmq1OaAOMTExIYcOHZKJuPBRJUXTSi3Pd0/0XUH9a0oVKoqfF3d95MW+oL6oPVgoDU5AK3YdRMwXuEKoC/i5WMkB7ZdjZfljbO0zd11XRsJjAbLuu+Bbm33hKjN9mjsw89rQIIdSK2TCLxNBNt/yYrGj8XGPjxXWz6Sx8upTobhY+7G8N3iu2dYWE7nyj/njB/Gf0obY3Nv5BeJZkbhXQRuaiwhsxcbUj6O1viWNezzP85S5SJhDLMNJ69YvH2GyOHzhQOY0m5NDV/rdz3wbGksXCcKC7mPKfLXE+hKNW9Lcx9tZKqYIosUE2Py5mm3ZiwVJcxoP35nmmoBF9HfV91wKWNQIc1qfCPO6NDArS/eP//iPT/7/4x//eMHvhvb2drn11lvl/e9/f2VaGLBk4NKaIGKVuVCaGE6SSvJsVXdN2ATLpLmXQzBxZ4dUpCPrj7OyL1MLNa7OTZHSOBbCuHs5bui4pr/8hFoJIXS89GA5xpUcF1/nIo8aekTIEMFyeYazaqnFvZU4a5SUndV4Qq3SEGkslChn07a9r1F3YcTRXM7tFo2/XtGhbum0HUE2rsdNmn5abuku8i/jtjumbtO4FtM/iJ+L823QcaA++kYObsTWViJoh3VyQN3S3/qvRS6dUOKPJdZ5BhCrPOS+z+Ya1RU8F8UMQ3DcZgMq5u1KinFzhxTipotIG/NG/7Y36e8QeqyQ9A9RMMaOtiFKxng6ga9cpIrdKrJ+m4q0QSiZE8b7lgfVqms5uvmJCz6x5vQV67Hrc5uWi7q2KanTNqekj1L5ShXLw/LP2Fm6JxdXHq0111bEvyZ0Pbj0bRGhxDrOXBGTTbuwIrOGIPBONyBSY6d9XEN/uMapltvmAO7V7bq2KBvPCNyc12xV6ziu9k7dG/2BKF+0G6doM4a6nDV8TNcDlnfc+VmnWO4n1/LyvKs09wnnD/RKdhCF/Yko5jsVpcMby6udJ20ScW9hsW9fpWNFPYy5G6tWDX1w90W04UJ/ULdv5b7O6ne4j3MfOZV1j0iwpljLlO/U44lhHyj+HIgLGjFHk+7q1B9thtmGhAmPFXv2zFRfNTCTSvxMsDFwQnZ9kkU4cEVL9EwYml7wrVZQib8BdY66SRc21/VeR6ibOQ0oQJjX+sesSPfHPvaxAnVy//eAgIoKjUxRQI6J4SSpJKdOz151l/IQ6zr0dCzPcVbdnc01l5fNA9/Rl2vcWiEaliLKCXpF6aCckvGwyHNfiVIcZUS23CJy/EWRG1ej1ERd6na8ep3Id/9Bz9u5T6RjvcYgUzcuwsRpH92v10IGtuzWWGbcrL/1ea17560i2/ZpORAnztt9j0i6SeRbn1Oygss1bulrN2tZ1IcgGiT/S/9Nx7Blpcj3/FORb39B5NRBLQciPHBDY7j/8VPax9e8Td3LD3wrcqNv0Bjp3XeLfPmvRcYGlSzf8XqR9o0iLzwusqpbZNtukSPP6QYBLuGQxbsfVcvqEw9b/6gAAPqjSURBVJ9TAkidtzwgsuVmkW//vbpjo0oNodp+q8aNQ0Lv+16Nn332q3qOu+5BjVG3Y4zdxdMquPb8X+k5D75LN0kOPqljd/RFkQffqToBrz6dz9tN/bc8LPKPn9Sybn1Q5MjzutEAqWQtsonAmnrh6/kNDTZA2MhgfIg9h0xDZInxPvgdHfettyhZRiHe0vhA+CDx7oVyXOS2N4g8+cVIZT16uUIN/s5HRE69pL9D8BDDY6wRrXPx4gMi971V5Mn/o/HfBlTAcS13wmnjKqhHf1mPBsgs8eKUZVYxjPg7HszHAEPaDz2mZDmD0vm1SJjrXp1TwO+IybmNish7grlm3P1838zn/q+qeB/fu9CCsxrLTsgE/aGdjW0il0/qWHHvsJaxgvv509mAQNGf2GV378rUNsSfA/HnjMsmcLPIy9/SjQATWGNc7ntbYTx4/NlTSn2VRikq8TOBMWBOn/fm9OorGtPP5mcxwbdaQaX+BgTUPiqx3gMCAgIWGKncEkrg2NfXJx0dHdLb2ysrVnjxgAE14Vpz+PBh6e7ulgxEtWBXOyY0wnenXp6quuv+KI+pOFL8hRHhkqQXRisLC6bl6TYRM4BqNmUff06t17QNqzDo71EL2NotIkODaiE9dUAtpy5VECmNohhaiD3WUyxnxB+TNstZH5cp6aCvlIviMHG/XHfsRa0HgTJejonT5jwsv5AbrJ7EEUOwSY2F8BQvIFjKITjEt1IHFlVeQmkDpIb+Qb6x1GLlhPjc+WZVhSadlLM+N2kcc+8VVRlfv1MJCGSR9mHhRMQLSyiECsIL8SUNFH2ifytWycTmW+TwcEq6Lx+QDG7l5obMfDIujD9CXb0XdTPCxKjYSKBv9AOrI6QIYka7EFJzYleQ2hv5+poR0NqrhI3UYSgw0wc8FKjDKYR3Kqkgph2CdP2yip1ZSjKsfEPXRY4f0LGgrQjF0c5ly0WWrdI5JL4Za/q6HVqHE6pDFGxcRbxu9GssPY9X+sQaxDrLmLHBwHXjXv53rNnEnkN4IdxYeE0x3KyvxPrf/kZdp1jMWY+Qb0TSIIr04dmvaCy686Igh3cUm8t6gbRzrUtpNhHFtkflu42XZRqrz5qB2Dr1fjYK9uk87P+Km5uJ8VE5PNIk3Q0jksETg76jiG1ElfK4b7G4Wz5yP9Uf43f4aSXUzeQhz+gmk6WvW7tdNxuYI/q5YbuuMeaCjQzaydw5gUOLwx8pfA7wO/eH/yxIeg7Yc4bNlMPPaFnU5dL2IaQWeZbc9Za84rf/7JltfZVA0vNvcmxnUSf3DnM62C8TI8NyeKJVujNDkmEtcq/jIWO54WtNjKySfwOW0t/VxYhKrfc6QV3MacAUhHldGvyybCG1CxcigaBpsH79+nKLD1iCyo2kmZtUWZ1OaMRT3Z3EWJmqu1aWCSoByBfkydoBQcFVl7ZBokxUieMQR0SycKnGmmzCX2aBdeVd0w/uuriNH30+Xz8vuFhYXd7rG2plpT0QpxMv5Ik/JBSVcgPkmfIhkmA7is+4SI/kLX5Y/yzPNfpIEFOEwDjHxMggo849tkXk3CH9QG6xvGLNNuC2jNXcBMt4KYewsWHA2GNZvfk16ubsxLxIn3VO0hu6ZUeDSJqXpsmyyEmeUSu+GwPUuXGdbtS85ABSiqu7/Q4gPqNpkUNP6e8ov/ecU1E5XrZdfzYrYSRfuAEXeI6hqM4H92bKZhxoN5+736LkGpd0yBdgI4ExZlPCzeNVkW3LtL94JPC5IyVy8oD22USm6B/zT351AwQUAmvjx2aNxS2blZq6sIybEjhE1V6qKM+5sw+L7HtQ5MwhzcddsJZ7tU2AzRBAeQ5X1JODckzwDTLJeqRuFLr5jO/MCwcaiTa1/sgTJJ1ukB0tWUkPj+ZF5xhPi3t2RD4d5YWP+uGDc7nHJNpcgkCzXnw0IgrIfRflQGctGzjO5gljynrD7T7pOQBx958FSc8Be84wnmaJjwsj0m9TL48/e2ZbXyWQ9PwzzKZO+kTfMhlJt7bLDpe5jZCFaK3Tt81FRNgWGpX8G7CU/q4uRlRqvdcJ6mJOA6YgzOvSQNmke8OGDTOes4SM6AEVQEOSaFkSkhR04zllS7mm2HH/eksh5sOPJQUQcggHL32T50Sq4wU5jT3V88ljsdgsF9sbU0t28bKxNkA8/PvLXjb9/tCPeFtdDm6vLHNfpg9+2bbp4Lfdv87qtrziVrZfpjs2PPUh4/qTMF9+WVhv4+I/jEHW29m3eswt3NXn9SN/YmFZWcsX7ZOnhGP0eTz2YsP3fjttvP25gMj4a8HaGq/PFwuTaM7ZbJkO9n18HbljXnhEUswf3/vHrT3+GrG1XEytP0JDqsTrkuCvNcqI36/uOm/VmNJ7UtnxOvx1BRLLTmpTwngmfV+p+uaCmcostc6kOZ3m+5pCJf8G1DlK/rtaq6jUeq8jLPo5DUhEmNf6R9l37h/90R9NIdhnz56VL37xi7Jv3z558MEHK9G+gCUkIFHcvTwmkGOWMtxM7Y+P/YRcQbxcruaG/Dm+6q5ftsubHVm6DXEVbWJJ2VVG3MopdEex2+OdIm0r9TvclHGX3fMaJYdYciFe7ZFo2tEX1CpMDDMEjeNO5CsS1aLNuBljZRzoF1m2QmTbrUoosQZitSG+mZfJXmLD01oHMb24rSPuRT+w0g3tUMKPBRgihDBXplktnLhi4yaLJZn0WSYah1WSMeIaYtaxlFIm7tYujVKT9hkRLvpLOVhJ6Zsj8sNaBi7QzFXkvpzt6JLD/RPSved+yWBJxfUekS/cxBmvm+9VyzBx4/SdOjiHeaOPLeTwbhK50aN94/9YPbFIMy64zNMG4n9JxoD1E7fqux4RaWUsserm1C2ceHi+xy0dAkp7sepjLaXdLk6f/uY0X7gTBIuUyAkdcDH7URopF7sfxaGbFgBtI76d75gn/s8c4V7txNwYnzV5NXrmGUsrgm0NmXxOckeMETqLUo85gbVGdbVmTBDoAy4ndbNa9WgDY2btc5sAznQZiaZlde5wbY+vc/rAObjh83/WFx4YzD/u4y4nfTbKWT0s2VxODo82Snc6Ixl3L0QhAyY4SDstBZuBtWnhGxm7Bzrz6v2MP9cR5sFmBOfg3u7GqrmwbEB/GVeOu5R60QZA/GU0SX0+CaVmI5iiel5mfXOBlVkwpiU86+LiU16fWXFuTpvGkECc8n1R4J0zmQc8up/8+Pe5YLq2J41rsWd4pediEQl6Tfm7uhhRalaEJYK6mNOAKQjzujRQNun+8Ic/nHj8ox/9qPzoj/6o7N5do25pAbWPmQRynBtun8YaQxIhSryMwzOIN3YEICJCnAOhM9XdeNmUhcuxL4LEyyvX8eLv0helRTYg8PSsxlVzHmRgU7cKaCFQ5fJkN4p036XXIrxlxANyettDSnpzKZGNu0TOHtbvsVxCpCCRlImQFTHZKJfz8sqLLK7SuJ3zkk2c8LoteTd34i6J2T78rLoWQ+p48eUlkOsYJ2LOIXiQb8TMnGU4J7Jxt/admGPasfs+kZMv6++0E7d24sQbzf07oy7X9AOiCmk3FXbax/GLJ0Var6pQFoTg0LMiTWtELhzSBIVb94icOaKkHRGzV7+r44qLM+NEzG733SrMxTzx4s8+B+N/ijIaRDZ0i5x9VePSIfuM0R1v0vY89zV94XZxxaPqTv/Kd9Wde9dt6kZMncRCcx3fb9mj43LusM4tGw77XivSc16JJpsCjC1kmvGCBLoNirXaZ0cIm0TueFBjwTmXF3LKYQyIIUeQz8Vus3GQETn9qrpzM/eEClA2awBXeAg+bvPUzTp1ZL/Fc9s/q4r2kFPisvc/puvv7jfrRgRtMk8FswKxycJcDWeVJDDfzAFgjCHVxKmzGeFi0Fn7TSLd9+paYAOAjSx0B+ze4jqLJ+e+YkwBfVm3PX/PjR3R+HqzsrO2KefMq1qvU/jPqJs4baIc2s9mBBsxrG+zwjL2bL5gLW/o1XuCOSGenXMYJ7chEoWD+Arc06lvsz6cArnnLWDguKmXx1XPy61vLqDM+JiW8qyLi0+V2udiYNMjLkDJdehS+PnSy8FMbY/Pgz8XrNVqKa8HQa/5R9Jc17KifkBAQEARpKsRl/Abv/Eb8su//MuVLjpgKQArQvxlCwIFkeElk5dsyCoxxhAD4lw5xks4Fkziq333X7MmFyubskxEy9wTsZjw8gpRMQsacb3ERkOEeLnmhfTQMyo+RiotwAshqtCoYjvLa0R6IL7HXxLpWKexktSHFdHSUGFV5KUdAoW6N2jMqHr12SNK2o6/ILLjFiXVXGPWZl4wIceQNABh67sscu2ykiKIHGQJsS8nwNaslkuE3iBMvCQDXpwtNt29yOc0RRniZsTPIux14aSS/A07lDDa+NFXUm+dj+KJIVQQYMgiJI5zV63V8YWUk94MKzQxyZA/rJtufvA6GBPpOaVWWUsLZZZbrP9rNqhCOudZTmk2P4j9xtuA/kMWIcLEu0Oyt3Sr6Bnx94jfmbIxxBmCynHKdW0Y1s0bBM8g1bSva0NkIe/SuH3Gj/Rq22/XzQfQfY8SbjY0SKvF+HLelWgOuZa4eTYJWA/MOWDOIdIco5+Mwb6HdeyjeFs3R6zp7ft0vbt7Iq2ifQef0raAV5/VlGu8hELmuW8gIqyfWx/WtcWmDer2xMNDUNw90qBrhDrZVOJ32sOaJ+7exfy3ajnOO8Kz+kKW2TTwXdvjYRSc7+cCd+smEnmze9Stg6HIeyCtxwav63hbO+kTVlW0Ccw137QY2IgwizfPBsaMDTlf1Gw69W02uCCLdj8YnDr7fXnrramemyW13PrmiqQxnelZB/id43xfap+TwLMkTrgBv3Oc78tFKW2Pz4PNBZs9PLurobxeSrsCKo+kua5VRf2AgICAaVCVwJDW1lY5dCgSagoImA140S5FIAerFn9w+Q6CAwGwF3HLt+27upo4VdJuOWWRExgS6yy3kVov4DpSGUEgUXbmpdLcOV3e7ZRI01YlJtQPKaFAUwDme1fO9UgVfKu+oO17SAkWBJd6IWaQP2elxo27VeTqq0oQEVHD/bj3msjO20QmcqqsDemE5FP2pl1KRCG8CHjhVrzrbm0rVmGIMxbMNXdp2VgHqXfv/SLbb1Er87OPKYHacYeOKdeRRonxRFiNY6deVYL6wDtV8Zmy2LA49rzITXeoFR5rNWJkkHAIcapF5NJxTVnGPt+uO7WPqGhDHlAPtzHFBZxxvZd2toj09SiJQ6DuttcpGf/W/9a0ac6aPqhtJv0U1nKIKbh+LFK4HtN1wjogbZezbm/RDQ8jaxB2rO6cB+FzhP2CEmk2FC4eF9lzf0TIc0rsr0Xtes3365rEWsu8Qmqd6/tyJdPO1X5c64IU4skAOWJcWB9svtA3NmOw6DJ2/P+OR/JEFusuawPBNsuZzhiR5gkiyoYHFnLWCurlpC5jk8DlIifFXafIpTMiXYQOdOQtmOYW7IT2bug6clbvXETYm5V8szHBZgwu4C5vO6ERfSJdK7QO57HROtXN2e45NgzsXuW+pHzKZd6px/LJs8nFfc4aphznGYJFv0XHnO/oC7cUZRnppE3OAu7dv+5etbzZJapvY52l/El36RYdqzj5ZC5RTPazK5RTX7mg3viYlvqsi4tPWZ/xLDl7UWTTuihl2LLSRNiS4AvPldu/UtqeNA/+c7vScxEEvRYOxeY6EO6AgIClTLqvXLkiP/uzPys7d+6sdNEBdQw8JIhRSsdVjKcTyOEFkxdviATAsgg4Zi/kZqmeSWyF83hhj7tF8nKHNdMUjU2RGbdyCA9wxCCK4zU/WMg0ZAILvImgOesfuZ4HRIYjtW3ILgQEK75dx8s+4lG8vPLBcg0pp/zjkfL5W/65vuRD4oCNAQTE1KmxbtMvUzh3bRiK0ohd1o+z0rVG4l+D6vZMWRCgVyOVcICLNSSRPNF8bsb9+oySRtyEAUSP+aOfkYp7enxEuodPSHqQVGdRu7BGQeisnZThlOHHta8AIn/9glqqDcwvRHfkhsjlGzpW9JGXLwijm+cRnRd+3og2arCWto7nFbqZS+eiHV0PIO/Mi4vzj8iExcsS383HzRcW69Z8u7AUch6bJWwQ2FryP65deCeY8n1k7YZE+qJr/E59xMPj5QAgQJyL63uSQB/ky5XtlM20f6jc3/u9ecXv7JhI1zpto7++jRQRI85mgdtAaom8CDyS4toXra/mVkl3dEn3ztv1XsXyjst/Uq5c/56ze5UP8+GI+o0o131O58sXTKM75rHC/yH8TqdhMP9M8C29kM74/VtObDHXlEIWk7IrVCqWeSbYuPpjar/735dSBmhbJukte6R7U7cqIttG4XQoVXiu2sJZxbJcVEPNehEKek3+Xa0HpevpMposIdTVnAZMIszr0kDZpPvWW2+dcqy/v1/OnVPS9MlPfnJuLQtYchgfH5emagnkzOWcJEEhLNvxNvkkgGMQI/8FFlIQt+DgPpzyhdsgVMSCe8rWRu59IHCW9kgKf4AhZH4fTCAr3kdcgg3muuv3keviFgTa4Iu2WD2WFs3vv9+GTIOMZ5qloDQIXUF9Uf/8lwjGNy4S4whGwrgUrI/GhD5jBfSvi8p1RNXOMRfm2HzF1dBdXu3YPLs+NcfOiQtqRYJh/nUWB2ygjCnXeeJhrs3R+QWEs3HqOom7DPvnxYEV2Uf8Zc6vPyqn6L1aSn2+arvlII9fR073yd89N/jJY1UUyloKwlIJ57g5LdVyWKrwXD0JZ9Vqu2bArOY1YFEgzGl9Isxr/aNs0r19u5c3NQKJwXft2iU/9EM/5PIIBgTMRrnx+PHj0r1tm2Qy59V6bK6TkBGsr2YZKyakUkxsJWdpqsbUogmxMquiucNilY4LspgyLzHHTgw6UoMGuFpjoSWG10+9RFysS/uVLiRXKI9j1caNlmtxI8bCR2wrauE7bte24SKLxZW2bL9NrXxYEYnbdaJsq9RFmvJxKd77gLaznfjwUXVtRhAN92bqpC3maozQEmNJbm4stpBf4lBxZ6astdvVqupeHlPqAk2suPud+RhRBXfGChLpxOeW6Xm0nb4wVmwaEB/e3C7Z9g453rJeupetkAwWUcYL0oW1mPhwXPchkBOeEjBux3xP2+iPARdnFLb3vU7HiPqxbKJMvvMO7SOuz8zDjjvVwmthBxA33PRxs8aCyhgyn5zP+FiMvHN3Rjxtq7qycw4q5E3tImND2je+b7knrxzPdcwn4876QAAM0khcbD8x4Fe1fOaMdQwpp6/pYT3OMTZRiNd3KuJ4U6S0j7jM046VG3Tt2BibWBlr0K2P3XqdxdJS5qTid5t6FeAtQZw2oRSMublRQ6qJLadvtnlDndTPWLKuzh9X7QAU6cfG5PhLz0v35o2SoR/xdHZOxC7KDIB4HOe4fPH96vnB+nfx8cRmR+JXeGhQH33gw/m0kWs5P0ng0E9ZZvc44l4uBr3Nc/eugsJ0XMF6LvXNVg27VGGpWYhPTT5/S1VELibC5tYQ67tZdRHKGfdaFc6aTbtqROF81vNaadTIONQTFnxOA6qCMK9LA2WT7i984QuVbUlAAOAPMuQjLtIDSZpJIIf/x4VuXD7kVnWFduW0iRx/LrLmRtYYXvYhSP7LgK/Ma6mkzh9VcgVZhTwSDw0pOndEr8Fl+ZaHVIzK3MUhMShk3/kG3USAlBGL/J0vKOmBKEAibnu9SOOEyPNfV2LV0CJyxxu0/v1fU6JI3OjFMxq//dW/Uabxuh9QkbWXvqXncF33nUrG/vFvlYxAGomVXrtR5PnHlYzSBkS3vv4pJZNc99C7RI4+pzHOEDTSbrkEQhPqXt1zQeQ1b9c2oRJOOyGSKFzjbk5M+HCfyOkjIne/SV3VX3xcZB1x6FdFGlu1bfu/ruNH+Rw7+my0odGrKcQQb/v6p3VsNmzTNmzfK/LE5zUmnHaidP3CP0Z9flbkjR8UOXtI5wwQ845VfOstIt/+ez2POHQE3Z57XF3ZccVm02LDTpGnvqTzQ3+I34bI7v+yzheu9sde0LXH+mI97HtQicW3/0HTcLGuUA/H3f/Fb2ob2NyA8BIbfugp3VjYdZf+pBzaRJgCGwZsdphIGm7/kGTaxfhB7m99UOeYNWjrau+DGtf/nagNEPWb7hLZtDu//iC9CNaham5WezZ/+LCJ5chtRvvI3JuLPOfSv1teK3LwSZ1rYue5VyDOEGjWL30x9XPAemNulkUaAgAyiggf7uGcwBiv25Z3YafttNlpGqzPk2k2B9h4sY0uEzjkfvYJd/wez0X3op+RwFe+rrSCNWPCMVNQn0195ahhm7DUlOtKeB5WSnzKRNj85zQbOMwLmg1O26LMcS+1f/ONUtsVFM7DOAQEBAQkIJUjwfYcMDQ0JM8++6z09PRIV1eX3H333U5IrRbR19fnrPG9vb2yYkVkPQmoCUxMTGjuSSzdZw+qNS+eg5afWDYtFVeSkIq/s84bMCTCLHEQbdJx8RLPqudFECuoy3+MUNo+LQ9r4f6vFJJ+F+9KrmbimxFda1drD8SNlzBevHnB5+ULxI9BeizH+D/+LyVbAGKJBZH4WCzIpBO7SgqkDUpeIKUdq7VeSMmNfiXNWJzJ9U0qL4gXv48OqGWYeGrKdQQG4SHih4e1LWu2qVgdceqkgtp1u8Zuc+6ViyIbtqu1ns0EHg20gzkwiyybEaTSwrIO2YGwkY4M6+Str1Oyh1X20JMuXnqidYUcbl4n3SMXJYPqNHG7WPUZW/oMsaIO2ojY26WzIr3no7HORCm5BqN0ZZu1PtJv4ZJv163ZKHLuWD7vtvNowOpIOiuE1LZHZHFYN3QQRyOGGW8A+omo3ArUwhHpW6XWdzZOGAfI3LH9eREvxpdNEvpJ/7HyQ/BImXbiRR13F6ePxTmn6xRr+s47NaadeGauJ0YZwsq6sLhyLLpsgLDBYTGxWKDbV2nZWIcpmzVHO9jsYX0Tb0+8u0u3NahkGYVy2nL4aV1zWJnwkmDT4vIpPQeCbvnVEY7j/mJMsFAj4sb4jw+LrFir9wzaAKNDMrH3ATk8kJPu1cslY/cS9yXjzty4lGqm7p1TUT36w/rhXjRvAuaCeykbEXc2iphvX8SMdk8nlJV4jx/Pu+6z3n1FcbvHywXPl1Mv50kXnjiXT+pYY7HnXrcNgZnqi5flo5S2FlgRS3geTiM+Nfn8na31zLyBnE4FueLb83oDs+lLuf1bCEzXrrnOaYVR9rzOFTU2DvWEBZvTgKoizOviRqn8ck5Can/6p38qv/qrvyrXr0ciRiLS2dkpH/nIR+THfuzH5lJ0wBKEEwYx9XJLBTT1JCVbpYitQCx911engu4J/ExA5JflX5JNFTdJmRcCanmIIdy485rFB3IWR9IxyoZQ4eJbUHaUIxmQBxsLIWTrVCSShqUa92PSkxlMAI22AjYliM3lxTcSMXMpryAlJnQGIDYQ2yuRVXD33foTgoV4Fx+suFhbySVuuP/tStie+Gy+HGfZyubHb+ftSnbYLDnwbT3W2CLpra0iR57KW0PJi8280Gc+WJZJScYGwQuP6TmQF/p3yu/zZi0DV2c3D60il06rkrkJmzFPtAnrvz8XjOnRSISOnN5YxXGBt/LZMGBesbra2FiubzYLAATduTpndcMAYKGFQLMuTbCOuYLUm7AfwJUehXDynru2t6sl2+W/Nqsg+edH8yQcsBlCn7Di8sFCbAJtp1/JrxnK457pj8TijLRDuAH9oJxc5PbtiDWW/djaZqzYYDLhNltbwKzg1y9Lutlb35RB/9nAMsuyAQv+ZP5uxM68WF9cxUk/t3lv4VzFMZ1QVuI9Hln0WQeW7SCufF0pBWvKt1zZ1Ourqs9U31zVsEsRlpqF+FRZwkwmPMc8sEkYJ9xzGfdaFc6arl01qHC+IIJbNTgO9YQgolafCPNa/yibdH/qU5+Sn/iJn5C3vOUt8t73vlfWr18vFy9elL/7u7+TH//xH5c1a9bIe97znsq2NqBuwY7t7t24mEaEpxIKsfFzfRV0EH8psPOrqczLS3ocfjusjf4x4iSd+7AHF2vr9c9edv3zIAN+znJX/pi6dhuw1lp5fhsgwD4gFH6/kxxkIPzASBbzmp2Q3UPnCtsBMSno31hhW6w99NvHlPy42anzSrvj19Fn/xiW1Sl9hqgRtx0b0/j4+de4cyKC5wuu4boeHx9LD2ew8+PK/HHhNq6xOvz6C9bMmBL2gvIT1qgry+/zqLp4x8tKaoOHzPiI7N64vLT70lckd/G+DZW7l+Zyj1eqvinlx1TVp6uvhtSwJ5+/5aKG+rKgqLFxmPO81sk41BMWbE4Dqoowr0sDZZPuP/zDP5Rf+ZVfkX//7/99wXEs3Bz/gz/4g0C6A0oGUQ4DAwPSnmmYDIssSyHWd/3Dmmfq2pAQyCbWU9zJ3ct+SomVcy9PqyUPKyPfOeteSskSJAR3V6ycEErIoYkEOYut5fWN3JspE4umuVviQo31k3a5fN6t+dRhLqa7IRL8QqCrTd1uKRt3YNpvOZ6dlTOrLtW0ByEjXFqdUBhuuLhMd0Qxr+OR2BReA5HoFlZG3G2Jk8WiffJglHcZa9UKrXPjDvUkoE6E1XAfJn80v+N67H52inR26TjQruEhkfVbIitnVqSlQ+SON7q+5BpaZCCbkvY12yQFGT13XOOMIV9YcbGoO5IyVJimyqlaZ/Q88oi78VitViZiyJ0r+Xp1Oactw/0iJ6Ic2MwbZTE+WHmcdZrc5pvUrR8xNus384yQHWOESzlu24wbnJk1wfV4HRDLbx4GLod0r24Q8X/6gHu6XqSu76aCzvzwf1zMKYu5Yx6on3GlXlywsVJjFWbd0gZIO+uFa4hNpy1Y1J2LNoJxy/SD9Zy1w+aAWbScGFm7EnT6x7p39wJibt694kID+nR8zGOB9ew8TZryYm4QSXMjX75Sci0rZODGDWlvaZIUa40YbzxD3OYGiv1RX9ymhUfaKYdzfT2FnCd+liSyNJMQkz0PGEcXijAU5Qknx/i1QsVzy28+XX2lPFMsL7YbwwS1+VLrqyE17Mnnb3u7pEpJGRZHDfVlQcW7putnuetvIee1XMx1PQQBttqb04CqIszr0kDZpPvFF1+Uz38eYaOp+Jmf+Rn5+Mc/Ppd2BSxB5cYzZ87k1cvLUa6NC9jwcow4FQQMEgCJgFRDVHBjhVDwcoZyN4Tb0mJBgjif/594WcuCiHIdLsnE1kKqx4+oWyXE3G8j1+Oi7KydKSVL67cpEYLQ0R5cMSEejiiv0HIh7sTW4tpL2yHHuAdfPC6SbhQZ7NcNAGJ4IXrUi0gb7sm0gzav36mx3pTNcV7uiN1F1AwGRBm4dNOHex8VuUGO8LMiqUaRm+9TV/SzR5UwQd64HjGyEwdU1AxV8PNHRI6/GMV0N4rc/nqR0TGRJ/9BXyhpw97XiJx8UbJHX5QzW+6T7mtHJAMBxVUeN+xr53S8t+3VNGmAFwj67ObKHVCxtSPPRvnDV+g4bLlJyRziZ5wL+YbI3v46dd2HOHas1THBDf7iCf0/pJOwANYA7uEWi4zA18mXlQQ7Ug3ZzmjMNCSXGHXmhLnF1dwp02dFdt2mc80cunjxtbrRApHkXOab+VsTkf2TB0RWr9cYeD7E4pvKOGPJdaxdYveZP+LEaSTtwXUfF3rWIOc463ajbjq4TSRisIm7X6kbTLi3A5cHfETbxveEETh19HQU+35Dx4XzIMesD5cb/oqOI5s1lA1Qee/tkWz/FTlzY0y6m8aczJ4q6jcroUaAj/vKredBjc1nLbGemSPzZmAO2MhgDiy0Ii66VYogFf3NnVINBu5hxp0+8D3ifuYabwJvxPM39JYu8hVvA+sCDQATaTNFdYvpNlX1UuqrIZXuyedvuXGitdKXhRYxKzYO5a6/hZ7XcjGX9bDQc1jjWLA5DagqwrwuDZQd7MPNPspuZAJGRkbCwyBgbgqxcQvSTMq1rMX4H2rACzhiY2ZZM5EtJzzVrqTgxEtKYm33Hcsg1msIKGrXWDoh7xAFXghcTG1OY4R5kZrMj5wSOfKcyPHnlcgDiBXtOvDdfMoyFKydejQpkqLUTKgyQwhph7uJhvQFA2sIonJYJLmGcrGG0wZEjBBeM+u662+vkjWIMsQJuFRhTUrQnIBaVokVgm3mRt65WuOeIUcufVezEqSB60pGGYNLkdgbMDfhrTcrYe05pRZsQJzuwe+InDkssmy1thWiR9w2Y0pd9I++UQ9icYD6UXHfeauSS1fnyYg0kmKqV8XWTh9WEg4JBG7uWnSOOA8CRH1slGzdI3L6kF6LYB3fm3s948h6MkE1wPzgLcBmgyNRjbpWWH+IrGFNxUvA6jE3cmLE9z2kmwi03Vz9124Ruf0NIi89oWX1XsnPh5gVGIvyjai+Jm2n27xh3CLSSH2QVFvfbC6wXiDxvgs85Jf0chzjQyy5yw8fPash0qiQd9+ta9mtj6u62cFmDuXzgTSzyWGeA86Czzrpyueox12cvrB+DdxD1EH8Ofccmw4bu7VP5vpNnyGv3M9+26mXe4V7udj97J/j7pMBVdC2eHO+ZxOL+T66P0rNlsmrmfuW6HhZcSS1gTlBpZyxM4s3Y8cY49HC96XWV+6zrhZRC30pdc3M9ziUu/4WMyr9d7yexyogIGDJoGxL9z333CO/+Zu/Kf/9v//3guB/XCT+3b/7d3LvvfdWqo0BSw28nKBuOhvl2iThFogMLznOjXi5EiRejiETvDA7KxxpryJCATGBTEKaeKnmhR0FZc6FgOIiTJmOhEIcI7LhX2fCVQbqhITwwdoJiT28XxW8nUt5i7qDo6qO1XbPPUpicDEn/RTXk3IKIox1lBd7NhJufo0SohMvaA7pW7E2Qxg7Na0UpPPBd+v1qMh2rBPp79Ec2FiLIQdYe+9+i0jTm9Ty/fT/0/HasEvHBEIFULtGfIz+k1YK6zDpy7C0cwyCBfHdvk/7BJlFhA0S2blcx7x3WK3OWGFXbdIUbRM5kRtXlBiiMM51WO7HXqticIwD5bKBwP9dPuyV+h3tQzmc9WGWWsZo38PaR+YIMo9VkjRkbAhAnrHE73tAZPVm9QggHRZrgDYw/h2rdLOA+cSNHRI7RJ+36Pxi+eUlmtjvTE5zc+PF4PJNtykhY75MYIs5Ovmipg9buSZy6W9VYshYw9mxbGPxpg42QVxu90hoDvLLmLLJAFF2ImmkyCJMIXKft80HrnP3QMpT/m9U673zqIg8ILB2YyFhUwLrNOc51+wb2pd+xAwjKzd9djnLm3Uu2LDAmjuCxZx82Y15ATFHvnPaHq5nvrnvOG7CeBbLyVyxHlvbCmOgTWTJ/j+TEBObMtyHFurhCH1aN6LwRqAe1N+dhbFhdqJOxcSgeFZwH7IeWdvMD14NlqebtVhqfeU862oVC92XWhHvio/DbNZDPaFSf8eXwlgFBAQsCZRNun/9139d3vrWt8p3v/tdefe73z0ppPa5z31ODh48KF/+8pelWiBdwiuvvOLca/bu9ZRvAxYtiE1qamrKxyjNVrk2SZjF/nhDMJxgVKtatwGE0Flf+/OxsCb0ZGVZfKvLLeyJWEEykgSifOVe+39c3Ao3ZK7FZdqswpAg0ioBF8ObybvYARezm8vnAweQNGAK46Saonys4VbWjlvVgn44qgtg7W5GJT5yceQaxgIib8foLHWa1d2dx8YB+Zn7RE4dENl8s5I0rPx++jN3rgmjjUhqfFSaRgckdeOqSH/0PSTM1L8B1k4U033gMv7yE/n5sp9u7CNrBwQUosy8mPgXsd1skpDb3ADZhNiZKvj22yILdp96Krg2RG7izJupkDM3vDiiOG8gLAGibNbdnbfpnDqNgMhyTA50xu/AE/nxhGg7y/hE5CJOXHZ7lJotq6TXxWcbcY7cudlkAJBeS7dFWcDWIOQP93M2FMxVO+6G2bQ2IqKROzcidG7Dp0U3fLDEubHqiNI/Ya2P5tXF1qcnBehSjU3S1NAmqdRg3vXceUhE7Xbx5cS1p7WfkFE+LZtFlnWoOz/9tet80l2qyJKdY+J9Tj3dU0bXhmtbHDHunbmsUo8D54XQphtQvpI3cDG7s6ivBlS6pzx/y8VC9qWWxLv8cZjteqjFeS0Xlfg7PpvvlwAWfE4DqoIwr0sDZZPuRx99VD7zmc/IL/zCL7gUYQZUFT/72c/KI488IpXG4OCg/Mt/+S8doX/9618v586dc3nB/+Iv/qLidQVUCUUEUvCW2LlzZ/nlJgmzYPlz+bWjPNyQH6zKWAhHovho3JKJy4R8m9ATJBhgxeV8E1uDvPF/CAXEC9KOiBjX4S4NOXHWRo+8N2e0POJeKYPySJnlhJ8it15IL0QEYgupg7zgRo5FeNUajcelrVjX+A63dkgY5dKX1es0lzdu6BAwLKacT9lY9Smra4PWD2lzYm7EfF+JyOg5tejTH+bDpW2KiDfEibGhXMul7LwH2tSSyDUmxAZJhIxArChvYlzSK1bLzolBdWnGkg1xxEUdSzOECCLMmB17YaoQHePB5gPzg5CXuY3TB+bT+sHUOrIKEWoXSQ+rizWx1MDibSF6A7itd2gsOy7buOIT076MePGMzrH1BZdo1gcbGYQTQBydSFpO68UbAUuuI9VRfC9jBQFnMwNCxvVYdOkLY8s1zA3j7n4S+90arZ/ocWxrlo0ArqNvboMI8jqUd2GOi5GZyBdrg/rN/Zk1AjlmU8HcrWkjmyWc56zlxJr3aj30hU0q1gubOc4ThI9uTqXHR2VnY0o3Vxhz1j31+PebS0/Gd1iBEVsbThYfS7L+lSK6ZeewpqYD35cr6jSb66YTW/PhnhXzK6Y1I0ZHJT1wTXYub9LnUC20qRzUkphbjbRrzn9X5xu1Ooc1hEU3pwElIczr0sCc8nS/613vcp/Tp0/L1atXZfXq1bJ5s7fzX2GQiuy5556TQ4cOydq15CCWomJuATWIaQRScu2aVJ7k8mXt4CYJt0CCsIYS/2putBA6cjhDRCB/kAIEx4jXNTdZyB/u1iZiBuGCtCESBRHhxRkCgqURgtZ7US1uvKwCLJgQNK6HEOFaTBtyryoxxlrMizlq2sSAQ9CdAvegyMXTmiKqtUOka52+zD/3WN5dGVJ62+vULZuyiX8mn/flc9oeiCKkiXZhBafPWGMRPqNOh5xaNDnec05drHFX39yt9Z96VS3BAIK3bofGW0Oc2DxgLKmTY7hSb9mrY0hsPC/tEDYIbSotuctnpDfVJB0dKySFNZV5QhAMN3Xcm3fcoWQSF+u4EB1u7hA25gCrIv/HTdxZcSMLu1mv6TObDYwhlmo2AmgPpPfSCT0fN3M2Jw4+pS74uIKbRwDicWyCAFzn2ZB45Tu60UGb+qPc6SiwMw+0HQJPPDGWf+bwrjdpnD3ryvXhrLYH8k/5rAvKgsTb2mAdsSbIqW7WbNYmLvt8zzrEoI3AHuWydiyOPC5GBpnGW+ECYm9G3tvUxZ4NJNzFAePp1tqJvHgb9wEhD5zbd03XO14AXNcSzSmeAZKV3Fi79KaGpYO9D8IlJhXfI7V/cqe79Gd4R4xFbvlb8yJjJj5GnXYsSWSpFCEmwhHw+vBzok8+Ezr0ezZiyhF1KlUMaiaxNQMeBJzLPFt7F1ogKmp7bnxMekfGpKO5UVIQm8UoWlUrYm411C7C/eb0d3W+UatzWENYdHMaUBLCvC4NlC2k5mPLli1yxx13VJVwnzp1Sv76r//axYsb4QbvfOc7q1ZnQAUxg0BKdnhYLly44BQcKybcwsstlmgsvZALyDQWJkSWTFgK8gNxwS3ZruWlGcEuYlmvXVZSAHHgJ2TU5ZCO1KNxb0b5G/B/LLqk9nIEJXLXxXUbEkxfaRPn2QerIHG8vJBDmFCqtrb3XFCyDtm0lFBY0yCMa4iRXZ4/1wTRnBXUXG1TIuORVRRMppWKYti5/e2P9uWzGgPtXIlJD2UiYahnN0QK25El3c1bRJSuQcia9ThkHPReVQvj6LBkm1rkwpqbJMsxNit4kYeYMnZY/FwMfCpZiA5ihlAb5MmEqyDG22/XzQZzA4cQQohRRodgY2FlQ4C0bvxkAwDLNQJsF45pe420Ym1EgI1ND0A/2OBgPbEZcOqQum5DlNl0oN14HkC4127UuQCbb1Iyz4YORLMxmhPqR/kckm6q5hBTNhFsTpwi/tq89doINzHrbqOhUb0H2GSABE8nRkabGTfmx8pyXhzm8j+sZPriyXyIgiP+gyI9p0WWR2nJzN2d9prFHbf2iQnJNjTKhfGMZN2G0sb8Roxb2ze0Pc4Nn/7iDk/+c08ACQswYQ9s5sQJt4kslSrExLyjN2B9MfD7nY/o9+WKOpVyXSlia8Ct3eu60eb3eSEFory2s0d0oX/Y/Vy0olW1IOZWY+3i7+mc/q7ON2p1DmsIi25OA0pCmNelgZIt3RMTE2Upkpd7XRzf/OY33aLErf073/mO9PT0uHjuXbt2Fb0GFXU+hr6+vsk28QHsFOLWQdnsNBmKHecY3xU7buX6x0H8AVnsOGNFuf5xa0ux46W2fUH7dOOqZC3WNzLCpVMp7dPYmEzwfTbrPpxfVp8gJJtuFhm8LumJcUmNDkl2zRZnCHREanRI0o1Nklq1QSawKGI15W/42Kikl3WJbLpJss7q16Dx05S9607n0pZFvAtLIeRz+UrJpDOSu3xaspA2FMTHRiWVaZD0+JDkUg2SvXn7pFt66vQrrq/ZhhbJMTYQuLFxSfVdk/T2vZKVtORwcXbW7c2SSqclPTEm2dOvSg4iummXKyedy0oqOyHZU69K7qa7lUiePSLpjnWSWrNF54kNBAjVQL+kN+12pC374rc0jRf9yqQl7eKwr0oWC/f936eu2CtWS4b6OtdIdvPeKBZ3SFLNrZIe7JPc+h2ShYSRQq11maT2PiDpGz2SXb5GcqdeUQvy3gckNc4Yt0r28hnJNbXKxLbbJDvaIFnplwxzffm05HCvh3wPXJf04f2S6trsXvZzTohOlb/ThNHncjJx5AWRLbeIbG9wRDbt3KxvSBYi+tC7RAYHRNraJH2jX+Tw85LFpRuyh7V2RZdkWBfrd0qWBXfiFWcxpj7c3nONzZKFCBGLu/MOSa3ZKum25ZI9/IyOO+2cmJDUxVOS7r5bstmc5Jw4WJvI4eckdfRlSaczkm1skRwWGKz/qbSkb1yTlKQkOz4uOeYIwrlqo6TbV0pqqE8mIORYYNkcaGiWNBsyY8OS5SfkGIvx8pXaV8bMWcVJW7fJzXlmYlzvG+YI1e7mVmedTI8NS25sRLLkDHfCbi2SyjS58rOsV8qBuA/2SyqTkXRHl2QzDZIjvhs38us9ktp2q6Q710l2bERyhACwXhua3JpJjY9JdvVGmVi+SrLXhmRi9TLXRveMYBMBMskGR9cmSeM1ApljzVnaruY2SUPAuZ9Y62AQYjommaZmybV1StbCBLi321ZIeuu+6NmBm32jEwpMNTe73eLJZ4Gzyq6U1OVTkh4Zkmxzq+TYMGONMX/cx8s63brOeaJO6WWrXFnTPvdiz5TJtvPyH6m3p6MNDUdY/efe2q2Sa2mXLJt9bGo0NEkqN5F/7tn52TFJUc7qDfP7LPfaPpGlPTn3U++/MbfBlSUcYjH9fWpdLmmeFwPXCtaMC2GKrl2Qv7ltKyQXrSPWn/s7tGyVW+85r/2Vfo+gHL7jZ03N03R9YsNsyy2SZYPVBNjaOiXT2lrba28e3/dsTuupT/U4T7Ptkz+v9dKnepynXJE+VZR0Q3D/v//v/5P3v//90pAUqxbD+Pi4fPKTn3TX4A4+V1y6dEmam5vlR37kR+Ts2bOyZs0a+frXvy4/+IM/KP/lv/yXRDeb3//935ff/u3fnnL86NGjsmyZvgjiorNhwwYnAofLjqGrq8t9qGtgIJ8SB8G4zs5OOXHiREHKNKz8lEnZ/uDv2LHDjRfibz4QgWOMjh8/XjB5xMRTH3kYDYhmEMND+9jhNLS3tzsvA1z72YQw1GSfbtyQM1fyyt5NDRnZubLduTQ6C8vAGbk6PObi9Ldt21aZPqVScuLGqIxi7UVUaTglm9MtskzG5GjLesmm2kVS4yLpUdkx1CsNE+NyeDitlkjUmelTw6iMZ7NyXCBGdKhZ0tllsnuiVwZGx+VMwxqRPn25axoZk52Dl6U31SwXBLdchLJGpD3bLFuy/XI13S49OeKqV4k0i3SkWmRDKi0XU+3S27ZRGz7RKl1rN0nX2ZfkbPNqGUCZPEtqszWyvu+sdI5clxOdO2X0OrG4WBHXyebhHlk2NixH2zZJdhifX0iByA740sSYHO7YKuI8yzWdUvfVwzLe2yPHV+8R6Ucsrk3SQynZ3X9FBoaH5Uz7ZpHMcpGGQWkan5CdDQ3S29guF+hn42pXTPu1Xtly5iW5uulW6UmR53xMpKVJOtpWyIahHrk4NC69EI6+YbmabpOrV67IuhsX5GzndhkYbxUZg2Uvk/VNy6VzdFhOjDXI6ATx0zt07U1kZVkqJUeb1kj2WjSvK7pkR25IGq6clcOZlepFkGNeh6T74gEZT2XkOGMFmV25y21S7L52RAayaTnDXC/fqmsv2yo7J8alt2mFXEDZGvSOSfuqbbJl4LxcHU9LTzNujLgli3SMDsmGQ0/LxZYu6d1E3PagyHBOulo6pGu8X86u2CIDuWUiXSrquD6bkc6JMTnRvFZGcTtH92ysWTZnJmSZ5OToRKtk+xmvdjeWO1pz0tDUKocZQ4flIv3j0t0kuvZ6R0RG1Zsi3Tciu9etkoErl+VML+NCOqIb0tTcLDvb0tKbTTsrtBuXiZS0N3bIlsy49oly0Htr3Sgd4wOyYXxMLuZapBcKm9Z4/a6RrHR1rJSzN0ZkIJtyxVP3+pa0dKbTcuLGmAyPD8nV0awcuT4iWzszsqypQY5e6XebEsL6Gx6XHStXSEM6LYe55/E2ASN90n1nsWfEVn1GeMcnn3vpFrlwLRKpk95pnnvrZcNNG+Ti+fPSex4RwMuFz4jLlwufEZlW6Wxunttzb6BPutuiebJ16vqUkt2rl8tALiNnrhFP3+c8DuLPPUN79pJsWb1hfp/lA32yoyXr5unI1RtydWjU/cTRpXv1chkfGpLjlw4vzr9PHWu8eeqtwb+5K6SzqUlOHDtW1fcIPARp65EjR6SlpaX25qlYn0Tk+OV8nel0/+JZe/PwvmdzShn10qd6nKfZ9Il3X39e66FP9ThPZ4v06eTJk1IKUjmfsk+D3/md35E/+IM/cAMD0UUojbRhVEhn2aGgkU8//bR87Wtfk7/5m79xwme/+Iu/KL/xG78hc8Wf/dmfyYc+9CEn3PbRj37UHXv++eddarL/8T/+h3zgAx8oydJtg7xiheZRDjs187T7dPWCZMmXnWTpzolkuzbJucFx2bRpk7vJKrL7dP2SZC+enAyBJY4yffx5zQ7Gv7jAsj6G+rA1i+y531ktnQvuq09pObg5NzY56+cktuyRDB7Ypw5KlnKIa25olFR2XNLXLzmjZJZYZXbsx4Yl9eqTaplr7VCr+4kXte2Uv+M2Z4XNmVL5jtsltWGHpE8ekOxzj0mOgVq/y6XtSo+PqIi6pCT35n+uFoBnv+zanmpukwksalgcsTxTNvnAseY++//ybV+zRdJY/S+fkSwW7wfepTm1V2+UzKkD2vZ9rxNp1hRRKcm5tud23OGs1/LcV7XtG3ZK+uIJyW7YJTlSm4Hb3yiptuWSHh5wVnSsxdnte+VcerlsOvA1achNuDpzN92lyui9l9V6/+C7JTs6LDlco6OxSW+/TVKZlEyczz9UGZs0VuLzR3TcsXDi8p0TSZ96Sdfext1qHYnmL0MM8vZ9zupsivGpva+R9LmjkmtqkWx/9FB98J2SWrlW0j3nJPvc13SeUFDn/KsX3Bi7cb/jEY3N/vqndGyamrVP224VeUXVytPb9qoV6+IJLQfsulPSo0NuTbq1R/x05BINyXFtJyYdEBPtH8caT6w8WLdNMo1Nkuu/JlnvmLN0Z8cld/4E8nZqcW5pl9TFk6pBxx4Hx7B0H39B196GHa7sHK7hWGLp692PSrqpSbLnvbZ3dLk1kOrrceVMrNsq5wbGZePyVmlIp/QZgSp+Utv9vy5rt0g6GtO6ee5dvyTpSI9giqU7nZLcmi1qLSaF3aXTU557k21kbObb0u21fTybk3P9Q25OaZ+bv7VbF5+lexFaR6rZJ15MeZnfuHGjO1YPfarHeZpNn5hTXvyZU2vHYu9TPc7TbPsUn9d66FM9zlO2SNuvX78uK1eudETd+OWcLN0QZ6zMH//4x11u7o997GOTDWlra3ME2xpCzPUP//APy0//9E87Ul4JmBv5e9/73sljxJHfdNNN8swzzySSbizjfOJgYuIu7zaJccz2eDFX+tkcZ0xnc7xSba9qn5atkgxiTy4+FHVnVfdNNbZIhn51rJFta5oq2/b2lZJu8ERZIDlRPt0Mbq+4hrucxn3q2t3SLhliq02IDNEqxKsamyTDtcTo8h1vzpkGSXWskYxTKI/EoCgPF9K2Dsng4kyMLEJYzcuc+256bDBSQW/X3MHED0NoiBN3LIifKZGTB9RN8qY7NQadVE1OIRorbk7SxNCisg2RxFWdtjU2S8YpZK+I0n1d0jIzackQMwyhdbGyzVG/MWZ3qWq3c/dGJCwrqdERyXDPmBp7pBTuuty5WjcqXOorFLybJY1VGSEt4n3pD2JuLcskjbs54eATE7It26vq6cODknZq0pEYmil340YMeeYa4uGJJ3a7C1nJOPGxRi17BcrpiFB1SYb28UFQjn7gUs35eOGwFlavVQsrmyET45IxhW6n5r7cqYjjOp9howI44beUzgdxwJBQ+gZoI272bqyXq2Deppui+HGRNPoAo+RWX6WiaCiauwc0MfWsmWW6Bl2sd5uOL/PHfUB7EXvjHmAcATHmXoxwhvY6kTfE+8acFkBK0tEabtQP49fUon1iDpzyfnOkazDowhVUFX+Zxsu79cYf9kyUjg2xQJT9cYUe0Hnlcc7atDjyG1clnc1JevCGbHOp2aJY+rblxdtuDkj2N4owigbup6kK2amxMckkZDaoyedeXK28oVEyiNMx9qxRnh88I3jucT7j442N65ONDfMYjd+89MnaTggA93FjszSODsq2Vq7hORZle7C2z/XvE/dAkYwVFevTHI/X5d/cVEoaGxud51g99ake52k2xzFKxOd0sfepHudptm2c7bwuhj7V4zylZ3m8bEu3j7GxMRdXTZw17kswfMzrLJjXve51cv/997uHfSUxPDzsTP6QfdKGgf7+fmcZ/b3f+z35qZ/6qRnLwNKN68BMOxEBVQIEErXnyKrmgGV2970uVhQPhFWrVpW8eEtCXFkYcoJl1lcVdoJQG1T0yglUpTW1E5sEWIP5HUJydH+Ubilyl4XMEs+NEjHXTapFX1JlaMc6m0RueUDk2PMuhtkR2bXbRc4cUbJO2yCVr/l+kTOviBx9Qcke9RBPDrn7x0/lczJv2qOxzMef1Tp33CXy3S+osjqgvbvvURGuZ7+qZGffa0WOv6zK25fOaDv33Ks5u5/8opZN+rE736gv4Sdf1k0ECCrxxd136zlulzCl4/TiNyLRtgaR+75X63GKzARjE5NM3PqoZJ/9ilxdtk5Wbdsp6auXRFZ0ipw4oPOBSvie+0QOfEcV2wHEeP32fE5yYnPPvKobC8SrAzYQIMLk4mYjxCmHv1mF6VAMh8wsg+Rc0nRqJ7H8p0Rue73IwFWRw/vzedSJl7/9EZ0LA67AKKyzacJ4En9NuYihQUDpH5s3p1/RshzzbhC593t1bZg4HGQKazQK6KRAY2zZVCDO25H6XME9MJnzOUnln75BWtiQsOuoE/LOuuKYI0oroxjIFcXXu1PeH9U+mggbRIh1yppnXlnHKNJjfWezAaDoPtgr2Z4zclVaZFVuSOMvETJjnRZrO5tBkHnbxPCFkUwhOzGzQeycWkG8rfTv4HejZ0B0jhuXR3R9FbtuIfpY5HmYbWqXq9m0rMpkdWPMX4+VrK+W57UOgVWmKn9XAxYMYU7rE2FeFzdK5Zdlke6Fwl/+5V/Kz/7sz8rP/dzPuZjuT3ziE3Lt2jV56qmnZPnyyBozDQLpXkBgXTn1sloCcW82wTKsgM0tMrHpZjl88qSL1aiE8N6Uuj0BJWdtsRRY/O7SGg1MbRcWQL7nGOrekYiXs1BiscbKh/URC6dTtm5Q9W1UsSEYvIRjQcVFGsVrSBtloGaN0Bcq05BrFM8hcNyJEEuup25ySUPYSHUVWQiddQqhtLseVZL15D8oEUPB2/JY86KLsBeEFkKGS7Gz0Ed+/RC1qxdV/ZsUY0O9av1E1Z3v1m1xQmwyjus2F+VUMRziffg5kQ1b1RqGtRNyh8I7HgIQDMqHyJ04qPPa3imHx5qkO9XvPBpcqipe6rHqQyQhwQi+uXzd5HRuU2ssonX09dp5bTuPKZeGakTTjdEmCHr/dVXPZnyw6uJeDqF2+b3pc04tzwiLsenD3EGIIL24qvN/5njX3eoTzf8ZO5d667gSKiyU9JP2W9o58oqzIQAhRZ2eup0g2YDI+pu0fKdG36jjm4pymzOn9BvSEXlM2D0gW/flrb/+mmXiEEyDDFv+bea774puENB/5t7KYnzxsKCd1y5qP8nTPXndVb0PLZ83x5xq9YRI18Z8Tm2It8v3vk6JOpsXY0Mykc3K4YGcdLennAu1uwfY9ECQrljbIflx0F76DHg2FEsT5I9LrTzHrK34iB95RseaMWJThjFxIo0tIne9JT8uSc8i1tp89S3edp49rPHhQZkYH5PDjWuku7NZPSvi67ES9dXyvNYpcNckHrIqf1cDFgRhTusTYV4XN0rll3PK0z3f+Ff/6l85d/L/9b/+lwvE/6f/9J86N3bc2wNqHLxoOvXfhqkWDo6j6lotOLfqdYXHHGHGHfaiplBKapcRDgARARCaOCBum3crGbx6bmrfIPh8iLbFcuisoxEgbbz8RrGwjmxzLtdR1tWzSoKx6tIew833K6HBCgwg5GZhpk98tt2i1xzS+GaHbfuUSFqMOvmhecmG1Lr6RNNnQdIow4D6Oe0idprPhptcnLkjnucjqzRprbbvEzn2osiRp/UYFvflO0QO/N+8VfWWBzU12rlj+jtl+WNPjnPc1VevzwcHG4hXhzwDvA9oM2U5zwIVW3Mkkzzfk32+Vcfh8sn8fFl9kEE+qHczh4amNepKzxhATn1gIbYxxtMBzwZILxsPbkwjUTyL07dxhtSSv9nqJX2Uv064R2yd+muWeoy0QuL5QPIs13Mq2vgxcK5zW49c7S293eR10b2GqzztcjHjKjrmPAfYuHFtGtPr+Z26cOUHLpMcLu0QzahO5qFt9/Rtj8P6bP+f7pz4/bvQzzEDGyg27wDvEDwQWOtsvPjjUuxZtFBtd2E+I14YSVo9HrjnKjHu8fpqeV4DAgICAgKqjEVFusHDDz/sPgGLDJYnuNzva7lddg5W3Dj8l07OM/JuwHrp12FCEn7uZS/V2iR8F313fuRe7LvwYpmOt99ZamNt4qW74GV8LHIll8IX9IK22/feefY9506ehoJXrCxIGKTN/x1rqw/KslzW8eOTfY7KxcLs9xnyEO9zQf1jyfWVOv9JbfD7iIt53JWTeY2Peyl1FT3XKyuJ2BQtK+G6gnbh6RELDUpat3HMZvxm832p58wX4m2xsA9/niHdhpnGbUHbHls3U+7Tsfp85gcEBAQEBCwAFh3pDlikwJVyGqC+jGtGUuq3eWkXL6Bx93LLg8zLYc95dePlJdoXS8KaCAHG+sp1kSK1I8AQV9JaYT0iRnzVOnXbxHqOZdpcnLHqYkF3ZBAX61YlhcQNb9ipKtr3vU1d2nFRvng8Em1rUcs5x7HGuljcFhVug8g6qxVunLeoBR2LHEQWaxwWdtqP+zvHiQUGl45rG8bSGuftrM1YTBu0HTvvVOsmbu98KIN6uIZ+XTihbvR7H3Du66mujdKRbpLU5ptFWltFUMrGhd657Y/p/3Fxh6gT98t4YA3GJR4rKTHGxGfjCcHYY5HDSs3YMd5uDiNBMRrGWDAO/CR+Gqss44mFsXOdWmwhxLjSM1a4skM2KBuXcdpAfD9rgdzsjA1t4FpnNdZczc4Nn7EkdzbzxHxwrrOMt0bCepEw3li0sWHttZhqxorr8Lrg/Cvn1OsCt3j0AmiXCXXRb2Du5Vgj6RdeC1griR23dctaYHy4NsoV78q3sTJYe/x20V4nDEZedBMIbNSxisD0d2Scfnwe3veJ99dM918x0Fe7vzwRrikocNsucl7SOWCm6wZvqMXaKeWj09CoY8QaYXxM28BpOETz5PQdWnQOZ2r7fCE+1t5acHPa3OCaPatxL6U+1q6t2/i6muvcBEwL/p4uyN/VgKohzGl9Iszr0kAg3QHzA2IXM56SuI9Mg6SXr5YNC/FCRbvGjqholm/dhWhBEHG15pUUskbsJvHBzoiJaFVEpvk09CrpcpbCjMZd88INEcXFGjGrMwfVHdm9iJ9WssVPyBtu4c7N/oYSTirZebvG7b70TRU3g+Di8nzr60QOP6suxRDfs4dFzkTK8GwGbNsr0rDCpYZy8caQM0gDdUAkIZCIJF3vEXn1SXUvdrHU7SK77smTbNoKEcXVnPhpSAebCJDqZ76sGxKoht/yWiWbJ76cF83asENk7WZJH39JNriNgGaRS1eU5CP6hkUeV3dSh9F+c53HPXznbSKvfltkZFQJ4cEndZMAt2jmi5dwiHrPOXXthgRBNiE9kGnIAjHTh57RuHNe2J0KepNuIuD2ffWCEqN1W1X9nP6a1RIywByceFnr5X31yH4da+YTEs1YEktPajLaACDgO25TjwfILvH/1lbqdkSsVck1RMTE3IDFjLPO2CiA4N/8Gt18YU0RH47ugLURgkw8Nxs2jpgP6vVY2VFtp62AEADGhzAA+gHhYWODut2YETKxTEk7rtJ9kXI94Dxi6xlzNhZYIyODju9vaPA8Kji+amNZ97373v0/4RzuJ9YmmwjmSp85O1WEK1GsK3ZeosDb4TwxLnZdXPwRSzbzymYYhBBtAsrkGGuXeWYCTYiOdWIW3aS2zyfic2FrYWxE0pm0bFjZqWuo1HEvpb7UmUgbwfMI8NdVsblJndbnje+RstDjtwiBeBoCtAH1gzCn9Ykwr0sDQc4yYH4AoeaFyaxqMSXbbEODnD9/fkrevflpW0uhSy0u0ShfuxfSUbXK8ILNi/f1SNEcyy5EFoE1s0LyEstLK6JeZvGGrKBcDfmFFEMyV25QYo6gFechtLbrdlXthlgBLJ2IrUHoIakQGyxr/P+lx1XFnBd+6oQImKWRtF6IkjGOkE2LQaftEHheWGk/GwpOJT2aD2c5bsoLndEuFMTpPyTbxQk3al/YAEBwC6zfKnLiJZELR/MK2cR2Q/YuHJfsyrVyvmWVZMexJg8pgaetkHjis9ncsLFnfM4fVYK7Yp2OsWvbkJZnabawuGOttxdy1MJZW1v2qpWcDQXKRqSNMYBgIrjmUqn15K36WLkZE9o1qQjeKPLyE7rZYHH/EGXGgc0ByBXjQ5vYzLB4XsomrReE2omqjapAHNca6eInYwQBnhTiIs67R8s3az0Emw2NA9/WRzTlsVZYbwWu81kl3i7lV7SO2UywvmBVZJzpP+PHOqU+CE/XlkKrN+Uyrr47NNfZ74iBoWjd3OZuj/PjGc0zzbpEsM8XC5vFfa8xzgnnsNEAGSPu3az0rk3jStCwjAJ+xglb/LykcyifjTa0AOz+jV/HBlg82wLgd7cJ1pGfZ/5vllvmwZTfLT4+qe3zjfg4M66sRea0c52cHxqXLBtKpYx7qWD9+JtL8XWVNDfMB/PC/MTDIRZy/BYh+Hu6YH9XA6qCMKf1iTCvSwPB0h0wf4DwoViboN6bm5hwqn/keJ9X0BYsXbyMmgskBAgxr77LalmG1ELCIXqQkygHr7N4kp8ZCyFEE1JsebKxcJHnm5dxCCBEzXJUY/XGwuosr5v0ZRIFcMp96N1KpLCwY+E+/qKSLupzxDet1uq9r1XC89SXRDbuVAsrYmDLVomceFHk9CGRW14jMrFC05VhhYPQbdmtJBfrMT+33KwEDzEycqdDznbdIbI8p5sHWKapl7YisuUUxREd26NEEEv38ZfUMguRYyxxGYf8ZRokt/lm6Z1olbWXXs4rkrO5wIYGL9a82DPGbEJQD4Tm3FGRzXu1fUef0e8dWd2mY8X3bArc/vqoDavVYwDLN6mrOB8rN2sLUoRbKvMGwYcEQR6pF1JNWacO6jm4/mNNh4gDJ3SGWN1hrQMCzRwxlj1ndJ44x0ISWNOMJaSX8mj/ba/TjQxEyyiLlG3L0iI51lU0nhB4CD152RljIzuQeKzphBRgpXbutXnrpIxH6vq0x2L63WYKom439H6zceN3+s7cmIVxMs80GyEonI9oH/0QC4i5CV6xmdHeKbmeM9J79qKs3bRO084VI9wl3PdFz7E2+cQvSYSrFLEu+78P5xqeFcmO6H3vb7rZdVh544TbkUV0CqINB8aXMUJokLlinpkf7n+fcCe1fSGQNBdb90puqF96T5yWtaiuch/MNO6lgHPZGLP1l7SurFwfJvAGbB2X24YlDpLTLMjf1YCqIcxpfSLM69JA2aT7zBlPHTgBzc3NsnLlSpfwPSCgJtR7k2BWSF4yTeEZyylEGkC4LRzO3G6dJdE+npiSvTzysk3895pNSgZNIZsXXK6F2B2/nreE8zvWYoDVECXphrtETh7QYy7uOOe5v0OuRtViBMHC+j2MK2aDWmIvntLTsJrTJkikEcnlndoO0mAByD3k2oel1TKBNQgrZH9wKP8yzMaEizkezY8hhITjkDfrM2nHUq1KXtjIcNdCDKMyDLxYO5f+yAIGWaZu6jAVdc5xMdaorJ9TIoxKOda6A0/oObS5rTOv0O2GK7JkMqdObfpG/nvcqq1NkA1fGIs1Qd9pg6l7457OfECwzCoHEXbx04O6+QBxNtV71+4OjRPHA4Hx8DkGmwY2N/Q3ScDOLPr0DULHRoiL4SbXd1bXBmuO9TkpLudVYsr8qNT77bL7EBdqCGaSgn9c8AqCTbgEXJSfpaYhKuW+98+xNhWD7z0wHYp9X6543CQZzek5zK1+kZ/nmdq10AJiSXPB+mnv1Y0El2e+Am23c0tZV5UQCQwICAgICKhhlM2It2zZMuM5EO+HHnpIfuu3fkte//rXl1tVQED1kCTkRFy0AVJBjuX4NViG4+f77rG22URsp8HlZc4klJUgbgUB9K/zXWBduTFrlLXHJw9OyCvWN/qCC3W8Ph+QyqTUaPGy48fMVd0fm0yzSC7Wdq5pSmiDXxaW9SkuydGmiMHcz/2NvZjol7YrFkUDcY0ft2P+3Lsxjw2gszR75VsZBWUliIoltcuOT/avIaGtLdOLn7kyPEG5+HnF6irleKnfVwOltqnctieNXynz5d+H8VRypbSn1HMWCpVcC+WWVe46DggICAgIqEfS/cd//Mfyla98RY4cOSLf933f59yXLl26JF/4whdcLm1INtbwz33uc/LmN7/ZnfuGN7yhsq0PqCvlxq6uruqorMaVcXlpw3KJJQsFcCyhfqotXIhxgeSFzwlgZdSFF6sLpMipPGe0LF68icEl1pmXdIgnlkmEuIjjxiqJ6BKu6FiTuH7nXZFFEgXfjLqk4/KMVZN6cUmHBG6/VduFhRILKMJmWGqdBThKQUXcKLHOWH2JTcZtt/tetUhi1cT6+eC7IiX2K5FyeLPIzjuUtNIviARklnhrLO+4zGIlb12hVlQsX1itaQeu4Sb0hTWc+dqwSy3TxBZj5WVMcTseH5VUY4t0jY1ICiJP+yZdbtMines1T7RThR/S+HXawzi2U9Zakfu+V6SpPXLzzakoWUcUt85YcT4/cXdno4D4c37ibo+FHNdu5sTcsxkvNkKImad/m7PqHYCFD/d82sl3zpqGd8GEto/f6R/z4vq+SkXanNcB6wjV+TaRdbt03VA3ecSx8LEJERMjmwT1cdxCCJzo2wqR7Fh0/UpVKm9s13h92oEuAOVg4b9+pVCx3ZF01OeHVQmdsaQMZ8mM3MqLCWwx13GVaebXv250VFI3rkpXQ05SWNspezq1b1ODp19xJWrWVPw8c1UvVYCt1LZzzshw3s2ZNc86Ztx9dXe//KT5YjwJG+Fe4GPxypRnSvM8M+hjUn5y6swusKJ5glJ4qqFBn7/ty9QLppS1MBPKFdFLEvtLuq7SqEMF9ar+XQ1YEIQ5rU+EeV0aSOUIJCgDf/u3fyuPP/64/Mmf/EnBA53ifuInfsIR7A9+8IMyPj4u73//+11c0Ve/+lVZSPT19bn0GbRlBbFrAfWPuDIuRIF43I61SjJZ/rzwuzRefgqbYRX04gXUKXnfpHG3kAKzgEJg+T/nQTYh4ztuVQJLHLVLL9WsscenDmgsN2Rz7RZ9wdu4Q2T/Y0rAOQcS+8xXRSaIrV0u8uYPiLzwdY3rBrRv3U6R17xd5Mt/o8SMc158XF3RKYe6736Lvt0/8xU9hrI05KH7LpFv/m/97o0f0P4cfS5POLbdInLzgyIHv63jAnE9+JSSS3PxJu54xx0i3/58FAvbLHLXIyJ9l0Re/GaUPimjCusQaoSoGAcEvdgw2NitAmdY/Lfdqm7huMeLKXY/oARx/9e0DXvv1zjotjaR068qYYHk3/mIyGOfFBkb0DY8/G4VP7t4TMcA5e+TB3nCadspCzV4iOpzj0X5vFOqoE5qMdKwOddu5jV6qX/hcf3JnCJ21oWg3Ji2E/EsYvUhtownawQVd9YXRNIeq2wKkO4NRfkkNWxAvawd1ohzF4eMt4vc8Uje6kfTnv1/+bAAwJje/T2Fcpic9+LXNR7cEG9DEpLaxZphM4hY7qR7yRdEK6b2DdigQnfAB+PIvLDZMpf6Sm170jnuvl8/1bJaSn/QDpjM0S4iV87mY+iBU/GPKaObsr+/wZfUn2qi3DmMj2cl60tUL08nqJdXcawS1e0T5nC+5ysgICAgoOZRKr8sm3Tv2bNHvva1r8mmTYgNFeL06dPy6KOPysGDkAyRAwcOyAMPPOAas5AIpLu2lRvPnj3r1hOpEyoCiO2pl/MvUlihIMPE7/LyiwK3xWnzsrzrbrUqIst89Fl96XM5i5tF+i+rhRSyaKmBUDDmBZoXMKzBWEEgkFzHS3k/KbLWqyI37uJY8iBYpJiCdFAWlltw6bRadiC0pnx85Dm12mINxQrr1KcRcZrQPNi87b/ypNZHSi5eEhE2oz7YFyJtxMXycfGnK0W279M49TOHIkK+XvuIZYkXT4j05m49/8QratWBPGNtpl7KcoT5tiglUiRGNpETWdmlVmMsVfycyEp22x45e+W6bGrKStpZN8ejuOjlqsJOefTbEfN1qgaPhZCNCcgz7aQsvAFWb45SZ5Eqa4XIvodUNI5z2dDAqs1csAEyOiayDvXoaPxoE+MOSWb+sHg6a9q4egqgBj9EDu8GJc2sD2edH9FNB8aeeHJniW8V6Tkl0oAluiOfWu7wfpH+HrXYGzmnPNr+un+SJ/O+JZiNFM6lj3hHuBhuLP0duoHBCz5P6Mc/rePtvBwi0TQIAJtHlI01nbWBsN54pMbOWnOeGaQqaxN53XvzbUi6T3xLsAlesW4R3gLRvZTN5eRs35BsWtEqaWsH5zBv+79SSNZYa7Sb+d5zv8417Tz8jJ7PnPukhvm66y15i3eB9TFBgG02bU+y3jKvTmQwl1x+fL4gYWximeWeub9wTJ8RcTd15g2S6ja1Uiqyl2T9tvGrtgU1/jz0kE1l5GzjStm0YYOkz7wy/XjOtp0zzWGxc8BM11VrXFgjl0/qM4h7MO4JMR/zVat/VwMWFGFO6xNhXhc3SuWXZbuXnzhxQjJFRHQQT+N7w9atUc7YgIAiYO9nYGDA/awY4srGuCSbEJifJgpAqCC2m3cr0bNUUFhacEG9OpoX/oK8DvaodRQ4d3VUq1OqyA0gfJBZ3K55YQemeo5F0+DUokcjoiyRCvJVJW7nDukxLLuQU17aDVv36ovh4af1d8iLuUlbuyAHLjVSJHpIOi02AyBFZ6Oysag6l9n+/HVbbxHJjalIGUAtHas37vIIwwEUibFIkxcbqxjAio36eXskisa8rtsiA6Njkhu6lhcj27xLyQ/WwTjsGO7pTQ15wTJc49m0YGPAKYxfFdl7n7qNQ+zYtHBjTB71RpGBSyLHomvveJPIeJ/I6Vf09/RadUPHhZ52UAcWcZf7+2xe2MyFBYzoeiiI187l61u3Q8cQJXP6DtrHPa8JhPOi8AMjvBDKtt36f6y9bARwPpsbcbD2yPkOmXckPvaiz/HrF0Ruvl+9Ftg48GFkgbXrtyHpPkkSvEpQAHdagKPjevukSlD75kS8HFhjrDX+b6J6rH3TAgBcz/1i4zOTANss216gC8DY8HGp1aapw58vH7SL+TPrdhyMDXPGWuO8JMLtt7PaApPTKL3nJsZlYOCK5Fa0zDyes23nbEX0Co7Pg+hm0riUom5fS4Kg8/l3NWBBEea0PhHmdWmg7K3P7u5u+Q//4T8kfvfRj37UfW/A0n3rrbeWW1VAQHmIq9zGf4+/aE3mjh2e/ry4srFZ6nD3NpB+K34t1xHb7QPrsa9YDQlx58ZUtOMpfLBE+eckqVY7NeyEMYi3yZ07VtgG25zw21DgKhv13z/P3Gb987AExoFF2jY1Ctrmt31s6nxhwfbLZgzcdR6ZgYBzng8Ipz/u1ld/TK2dfp2MU9LcJ5XlK7HH67c+J6EU9e2ksSooe2D6OirRhlLOmVbt2x/jkcL5iiOpnOnqnen7chXOK1X/bM6rJmaqg+dQLbRzvpHUp7jVu5RrAgICAgICpkHZlu7f/M3flA984APyzW9+s0BI7e///u/lqaeekk9+8pOT5/7n//yf5UMf+lC5VQUsRSSJMc2UDzjupoil2VxJJ9W8U+rqigXKlMOJHwQQOuIZ+eny75InGJI6oZZXrAVYM7H4cg0u5sQDr1qnFmZivHlZ6zmvFr3hSFzLXIidUFZDJEjUqe7NLscyabEuaZtw40xFPxFhw7KKkBeWFsrH3Ryiaym9EDYbGlQrOuNk6trOJbRNLTa4IHM9ZJCUYePL1YoFUaRtw5F7OWVCIp0reRQLbGnDnLAcFmRcu9v0esaBc3CFx0JMuy0+Gevltj3a9rF+kZYmJeWcRz+pz6Uia87npm70BKiol49zkcZkiIK7N1e4fmPVZkz44MaLpZ9rmCd+IkiGm/2kkjyiYuSp7tT+0V9cZs2FFqs9ZeKWj1WW+pwL9zqRtZGbMO7IrA1ius9HngGMCXmZCzwnovRh9MfNa1vy2nZtbVTrr0spFgk2YZHGk4D5KWZJBYwPY8m6pa3mUp4Evw3T3Sdx+FoH9B+PELchQVtbI2vxLNS+49kB4vDLSRK38t16K6G2PRc17GqrrFcSM9Vhz8S5lLEYkdSnUtTtAwICAgIC5oN0I46GgNqv/MqvOAJu2LVrlyPc73vf+yaP/af/9J9k9erV5VYVsARAvNn69es17qxcIZ+4GA4v/LhUm8AR5AwyhTuvIxuDarWEfEG2IE9GQjhvtEfLo00QTH5uuVkJE9cgsIXL8tH9Whb1QOoQ7ML9mPMcaVqWJ0JOVOomdRmGbOJWDql3JLpBidzZV0V23yfStUmVqhEQg2jj/gwxYwxwecbabLHHXEe7IZpsAtCvK+fzMdi4ZOPmev6UyNigkjpnRb2hImEmGISiOGJk/B/Sh6s1yuiWQxsxMYgdLueMI2MK6SIWHTE1F7ObFbntIedqn375cVk/PC7p4WtKwBFKI76Yc4iDRuzM5tmR8RadCwzanEP5uNUzrm4dEIe7SpW9GeOD39V86BNZFcXCvd+pyrepKzwx14jMURaq5JdORMQ/pcSbMYHIM8bEbjvXWkjvKp1bNkhYOwe/o2rW/dejeOAmkR23q8s844niPJs5rBvqMk8A+ta1RWTtNv09vraZe+LUaRttN68HiDTCdsSxrk/r5oYfXuCuHdd1Q73Mj222UDd98MF51oaZ7pNiatGpM+669OiIrM+mJX3xihLpddtnp/bNBhHnus2Vpqkx3YRFJLXTtedsoZBVuQrZSeeUg9mqrFejDRVoa7qhQdZv3iLpZStUrG8h2znfSBoXntlocrAhVkzdfrH9XQ2oC4Q5rU+EeV0amNOTGGJNyrBTp07J/v373U9+9wk3CIQ7YCawgdPZ2Skp4mzjhBvwO8exEiYBi1j8BZ0XJayWvLxjyYOcQnKwLkJiIKakzeIlE0LJ94Yr57Q8J2gVKUpTDmSZeGvIH+QNMmzuxM71OErVtCJ6KYMYIl62YYdaYollhYhA6iBjPef0OkgbZVIHwOqKhRUCCnGHqCC0xcsT9UPUINWWFgxi7K67rrHVpNByStdR2ivq2xTFXCNWBvGHeNvLJMQHYovlfph46wtKSJ11vVX7yQsomwbUyWYAgJR3IoYVpawCbApcveiIVar3qnSOXJcU88Lcmvq2i3WNhM4MtIuxom2j0blsbEDqiJFn44A2QN5QYkdoDjCuLd4GAeMF+aVsxrgXctiipJXNE3ODx2oKMed7A5sY1Is4nBFp5pyxJo4cEu/c1UeVqNN3cPWsbgrRdt/dnXV2831KMlm7U5TLx3Uj5cQB3fCYvCHSkWv0qEjnGlUfd4Jfdl1W1+Y935Mn+Lht73tdRBI8Ist5qL0z36XcJ3GlZrMsc49MjLl9iM5M1v10JNrcwfFEYQz8OWXDBwG87nu89FopkV13iKzdOpVw77lPy0lqJ+B3jvO9m68mbeOUnO5e20s5p1yUWnY121CBtqY27JTONWskhSDjQrdzvpE0Lmys8exAsyFOuBfROEz+XQ0pw+oGYU7rE2FelwbKVi9fjAjq5bWt3Ij43vaGMUkfeab4ibzUI3YWhwlSJQFLHoSalydzwzVFb176IUFYFnHVhtRBps8d0e+xQCLuBaHjO86/+bVa7tNfUhEtrMvOVbtJRbkgGne9WUkaFlFeeMxqSxuc+NJytaSQHsxZbU+qm/imXUr4Ia6oYW/YpqJlkC/aAMGGECJshuAa5BeiDIm5dlmJFQrqrW1K0qgb6yxEhw0AXNYhzjcgou2a+5tycPnFCnyjT9OCmeo5BJ/xoe2M0dmj6u6L6rmNn8tv3aF5xbEW07cD33Z9zWYa5ETDStk+dkXSjDubDqS5Avu/qsrjlAvZY6wslVfXVt0gYSMC0on7vbNCNyp5ZrMCKz3XMd5XL6j186Z7VL3bCZ1FitG0HcX0l55Q6z1pw7DQsqHBWLGhgFidxa074bmUeizg/YBAGW2nfoTonGhepHZ9+xvzL+VY29nEof3EL9N2RPfoEwRzwBOdMzCnWKkpf+9rIxf5KAQBMgtZtfXOXEM4ieFmzNgQMMLtg7nkuAsLaFMLtwmolXKfWEiErxZt142PS3aoX070j8r25U2Spg0QFPpnYmTTqX37StQFebqj8yyEZLp2Ar++uShkV4o8lVp2Ndswh7ZmI/HT7du3q1W0Fto531hIBfVq/121eQ1Y9AhzWp8I87q4UXX1cgN5uM+cOSPXr0cWOg933nnnXIsPWCJg72d0dFRyqMVOh2IiS9MJ20CKzPpmbqlm1YZAGWlyBC6Kvwa8ZEHSXByrp17ulG0nlCDxWd2oxNOR+et54gEZQSXd1LBJHeXSj13Rj7kxki+cnNkA0oH11ZHLy/rBBRdiePhZr0/EQWfz6toQScgzv5NGC2DZhnDigm1w1uisyMVT+fFwqY+GRE5G6t5rNqpV3Vft3vew9s8U1bGe0j9IKWQSF/V1W/NxyqSJYl7bO2W0qUFytGvS5Xo43wdIJG2CHLrUWf36HXHoRqogmWxuENcPEeMamx+LSWdjgA8bJ5RP7nQDhG7gRv4c3NxxwWe+sb7ayyjzY54GeAg4UbYoRjoX/WQMGo3U4tkwKtKxSteRKa0T/88xt6Y8gbaktWuWXH46tfuYeJt/DZsPfACbR5FC/BRQJ5tFSaEYpdwn013X0KBzOtwvuXa0EVJTy51O7bvg96bk82ZqZ9L3c1HIrgRKLbuabSgVCW3ITUzo89f24GuhnfONhVRQr/bf1aVjW6l7hDmtT4R5XRpomAur/8Vf/EX5xCc+4R7qSQgP+oBZw8SWin6fINbkC9tAXIoJUhkgW5aDFtJkCsr8H4JnOY4hIY4ITahVFEAynQAYomhNkWUQYp5SK6e5onM+Vl3OcSriCHpFfXPCXY35PM2QOHdRJEAGyfdT1HCOI32ZvBXUnRcJkUEgcavme+ol5RfWWuJzKRtrK0SKc3HDduJeTSLXEHxrFhlCHGyZnkf5uLLTZ9KXsZlw5WJEcCMhM8TYsOIiFubic3GXX60WfxcDjRjZRo0TtrF0rvxNSrRJz2Xtd0rgI1F8bzR+uLnzf/JqN0Qx3s4tPJvfKHCxwBN6Pe12mxRXorRsjepij5WecYWwcw0x3wA3bvrJWmLuXC72aLxt3F1qqUyecDNm/MRLwMg380jf3flRf3BJp8+EB+Cq29imRJ51wnFba8y9s6zn8mUxPmxOuLzaLVFe6VG18uMK79afJ37m8rZPTH8/lHq8WteVi+nKo99snrDxkCSuttgQF4tzcfEDxcXjagkzCd2Vek6tYjG3PSAgICCgPkj3v/k3/0Y+//nPy4/92I+5dGDTmdMDAkoGLqbNnriWD19kKQ7c/gZfUtEsP42VL0gFxo6I9JzOx7xCInHbheRgoTMyYym5IH6QJgSzIEO4YzsxrSaRzd0qKEacNHVSF0QPqy0E0Fl7UxERRezsqLoEQ+wpE0suGwBtnRobjLWZPMuURfwzVmrqwao6OKDnkJMZAok4FecQKz7QL/Lqk2oBhnxjOd62LxJEmlC3b8TeIK4Wd41gEvHT1jfnWowQVrvImcO6cYEVH/Kz6/Y84ca9+sIx3XxAcZv2EbNMXPSFk+rOvZE23dC54jzII+Xjpk/7LkS5zI2AMteQTlMXx0Wdc9gYYUyxIGM97o8E2CDa9AXLPEQY0mox67iZcz0x9ecO5wkaVnJczOkvmwHExDMntIENA8i3WXoZA+YIN3/K5hhj5MY98m6ADK/fmncfpyzadvLlSMU8lxcKw/WfdcX4QbYZW1PtdmJ2gxpTTX5xR7jbdNOEvhEiQOjB2OG82J27blz7wXWRsbkkoadyBb3mWwisWH0MLd4O3AsNvcniaosJcbE4ezb481qr/StF6K6Uc2oVi7ntAQEBAQH1Q7oh3J/+9Kfl0UcfrWyLApYkiDfbvHmzpNvbNW47Sb3cRJaSAMGBwFhKqSRBKqdq3RJZVD23X8SxIJzmPg6h6dqo7sMuFVZkgedaLLgQvvFhjZWF8BKXCvgeS6hLORUJvkGinHt5StvOuZDDU68omVyNJfSaxvNCxl6JXMEhXbe8Vsng/sfUak3ccUsUJwwphUhCTFd2iZx6Va+jXq6hHggs/YL8W4wxJNONybjGnJsbNJbnprSOxcUzUTowvsupuBj9wrLMy+aKNbrZACDhxHlTtgmUXTgtsvVmt2GRXrFaNg9dkXQ/CuQrVfH7+ItKUCGjpw8qsbb4Ywis24CI4uzZ0GCO+H/bLnWNZ5ME93wIPGSYDQHIChYpLN1Y2uk/44qF2bmgD+r8sJnC9wBrIiJtLjbdc7+kj8Ss88JNm/ASMAs+LvxYtFeuFdl2a15EjzEn9tsIN/1jLiD9lMNmDIQZ93fc8c1tnbYR1+68Cka0jUa4WSeUy1yxUcS65YXfpehq0HaykUF8s1m8ZxJ6MtGoKWSi9OvSuTHZ3NGmnuXVEpZKaidjCeGm334aJxNX27pvcVkh42JxzDMbZawN1r3N9Tz0b/L5W2rc70xCd7QVzHROrc5XKf2r1bbPZV4Dah5hTusTYV6XBsoWUkMR8/Tp07J8efQCuwgQhNQWEZLEmKbL00388eFn8m65lnvZF6QiDpmXdhejjSU7ci+HuAJInLn0Xjou0rxMSRfkCdKeJU/3aZHd9yiJJlYa125cirmGmGAsrcT3btypZJXr+B1ChbUWkjgxKrJqs+YOgBg7MjiiBBkrLZsNWDsl73XuSDPWbRTNifOmfqy7h55UATXia2kDlmxcwiGptzykGwbPfS1v1XXprnApZ+NgTOSON0auzlkdGyyyCLOxUcB5kOm+ayI33aHE+6Vv6AYAFlwIJ8rUL/yjxoBv2KnlMoYQezYuGCtirrGAc/65Y9oGRMcgwpt2as5rZ9VuUW8Ayli5QYknabSYQ+YTkss4Eq9Nu3Ahp50QUyzqKJ4jpEb9x57XTRa8B7AWM/d4LfCTkAO+g/A6gbgWfYE2SzRz6NbGsFqknVcCwnEjkQt/R2ThJp4bKzmeDT0ix6JYespw6eiGdTODSbz5NVoWY8z15sbOZg7eD3gNsH7Go40e2kW/gHkjABP7M9BOa8NshJ7KFcqab4Gtgnzig+pRUSyfeFxcrdYRF4vz5zlprmupf6UI3YHZiOHVEmYr5BcQEBAQsGTRV20htR/4gR+Qxx9/XN7+9reXW0RAwCQmJibk6NGjLs97BnJSTIypGEzAC9I4WWhMkMrE1LAeuZhdLKADeYt6LiI6kD5icvlAxOMvw04UbEwtqXx4+YI4QyrN6m0vzVikTazLCC+/k2IKYDWGVN5AiCuyBq/ZopZwrMAAayyE95VvF5ZNf1HfNvLmlNKj2HQ+kET66H6/qufRP8YFS7b1hRdI6jNxN4gqfRnhMxCV3xrl9GYcvLHguOWPxtLNxgEbBBDSy6dlYts+OXpjTHYdflYybgchEmGDkLKJQNovLNuMidtoicTBVkRz58csWwy+RPPs8lE35BXUIc2Ms0vJFrk70x7mkI0CXMothzXj5wNijkX72Av5TRjGkrlhPZjAG94NeANgcaduEx7zXcap01koiVeP+syYuJj2rK4Z5hkledevMZ0XPyWYD38dm9ifwW/DbFCuUFZTk0xkugrv1WrCb6eL4Y5cyssRX6s1xNsbt6rG57qK/Zvy/J0JsxW6K/echUIl+lcDmPW8BtQ8wpzWJ8K8Lg2U7XP0x3/8x/KpT33KfQYGohfzgIA5pkwoG8UE1vzvk8SZ4rlZ3U9PzI0XlXjOWsgTH4OzZka5pyfPicrw63RiW7EXH8iyb7mzuux6K7cp1nYnBOa3ISrXz8eKtRxS7ANiGj8nqb44sPhjLY/DHwd7qfPLb26TLLHKBW1IFY6DzV3BXETK5D6ccrhfX9K4M88xMb74HCatAzsWX0fxuY9fW+y6Uuc5Xlapa3S6NtX6vVou5lvMrdpIWt8F38+w9hZyTkuZi8U8X4u57bVwrwZUFWFO6xNhXusfZVu6iRMCf/mXf+l+Yk4nubuPpDRiAQHVE2Brm16ADQtnXJwJIkmcLsrbGCWd6nSrSNcmteriRk1csOXoxhU4l1L3ZmKqsXBCBPmOlxssqs5EmlbrMSSQPNwEwJoqNS7k5MhGSRwLqFMM71DrKCQZKy6poWgDLse4uUOWb75XZM0OdU/HYosF965HRE4d1OuwTvMyiBUVcTDIKC7l63aolXfUrMEZPd+plI+LvPqUKoRzXeda7YOL8W6JXN+xfNP3do3DxnpPFy0yZd2uyFV+tVrGnbs9/cpo32VABeiYB/eMSCmhwCWd9lIflnHmAnd13InNtdqpi2MlbtQ+OMX45ZHKPaEDo5GQV4e2nX5gDUdgDrKPMF2qIa88jMcDrts+xic0zhqXUs5rWymSsxReExqPzdgiXMe44PlAW6nXxd+e0XkmVIC2My6MG5Z8/s84u3WTzXs6xDcwfDGypDWKFwJrkHp863+SiFk11bApm7bgzs/9YWM5H+rb04m5UQ+W4cWkaG79cSEthDI05Nc9oSz+XCf1ryDPeas+j6YLwalG22cS1uMcdBQsWwTfsZ55flZafK+SmG/hwOkQFNQDAgICljbp/uAHP1jZlgQEzAW8bJYiwBYXZ4L84R6O8jbK5455p1SsaeNNSvQgSpAL3IIR2EIpHCAKBmEnHhfggozYGTHgx01US1R8jXhniB31kYP63BGt40wkgIaQFi9yCGbZdfwOeXnhm0rSH36nyJP/V+QSLuvjSp4RW9t1l8gLX9eXcEj1rjvVBfqJzyvRI54YggRhNPf3rXtFNt8s8o1PK4nHOvzA94ucPy5y9lvaBjYbeJnf96DI2UNKMLGME/P96tNKCPp7Re5+s+YZP/SMul0D+nvn94o891WRxtUim7eLHPiOyMiNfO5p2gBRICac/tB2xs+puo/kCf3pV5RosLnACy/x+czFK9+JUqk1iNxJbPqIbiAAziOWHtd51L8B88n8G7EBzB3kkBh+F4ue0g0YFNypF9AeJ/x2p26YOOV4BOzWq+iZgY0BNi5oGxsO/J8x4jrnah6FCrhUcTGrty9GlrRGu7ZEGysxwh0XMaumGraVTWgFa52YV2LwfVV1li7ibpTtNqAqqPhcTASOdWO6C4tJZZr+sKHjP7MsldzOO/NzndQ/Oan6CCZeaM86noGzDTUot+2lCPLF+2drkmdyLW+KlCs4WGkEBfWAgICAukHZQmqLEUFIrXbBMiTfe1NT0xSPiYoLsPmWAyxKR5+NhLiiF15nCW5R0knOa154LWUYaZogd2ahhVih8s21WKYunhK5EQmdmUI1txjnQr6oG5Evzh/uVSsrJBALO+fcdFdetO3Y/sjCTHqvvSLPflWF3Fz+aKy3Ua7vLTeL3PKAEkCszBBgxoC+Q16xKC9fo2m0ICHEh6NofuWCyIpOJaeQ/jMH1UoMyYRE8cKHpRcrMi/zEC2zBq/fFpW7UlN3ObIapUNzub9vuLjx3LbbZDQ7Lk3nj0iK7yAQWKNxV3ep1xo0TprxdRb/5RrnjhAdFjJScLk49DFtGxZ8+se4cC5jhZgdse1sLGDhZh7YmMAyiFUNKzvtYXzZPCGFHPPiUnwdyFunAQrlxM5TH3URK24WWyzWe+7XNiPghvWua2shgWY+UYS39QfpMGV9Ex4DM4mRJQmWzXQd15x6uVAN+/JJ7ScbR6aGDRjr2Sgwe2W7e3UiK025rKR6TuVV1YEj5QjOpUXWbMuPzWzrm6ktNg7cq1h/kx4ZlayzGrAxjVuCmSundL9T5zneP8abjT/uRzbw/FhdiPddb5m1xbvs5+90wnrWP7Pksx6drgVZHlK1PTcLJRwYr9u/n8tY2xX7uxpQMwhzWp8I87q4UXUhtYCASqOhmCrxbFCKAJsvzoTqOWSQF1fcp33gjo1bOMrgZ1/Nv+y0Ru2EmEFe120V6b5bU0ZdiITN4sDK7cged6cJkSGuFsVYQ45vjChZIx0VKbloF1i9QV+8LE0XL4AurzQq7CNK4nfergSETQF+Bwhz8UKPGjYfcM+j6iaNZRzsvEMtlljjsXIDNhJ48TeLNEJp1INFnD7zwe1+826Ry2dVYRzgBeDanNaUR2DLXmngXQ/lcAMCYljMxy9qvyHpvhIw3gX0hbEnhZIPXMWPPKv/x+IOiYTAm6AcLuFY7W3Dg9RjrCubWzwTIAC0nbnn94I5H8y3lU0XyjHROYg2mzDkOGc+AWTJt6Y2ZHSTgvKnw0wiZsWEzqa7DnLgv6DTNovndOJ/uDBHsaicx/mliqnFym5gbNmoovxsVLbVAzjuj81s6yt1bNgEKsYlKllnNWBjaunf4nAhFFG0ig/ItnnXcI/6zy0symy4zUaEci7P3+kE+fw1Y8KVwDZ+anlu5io4WAnE7+cy13ZF/q4G1BTCnNYnwrzWP0LyxoCaEZA4fPjw/AtJGLGc7vtSzgGkwJoOfJ90jt/nOHmx731VdocoH7TBvsf1d/K6iUJ3ZPt+InYO8F/uiF+2/NOT10G4vbLM/dva65oU9cO7Njs+JoeH0pL1mYMRd79NcThPgISxmhiZvu3jsbKTyrf5SprXUb/8bGH+bvf9oFrsJtszXjvKxqWoYU93foll44Rx+Eq/ZOOq6vHyp9RfhXFZzCrTpbQ96ZyCNTqR8P0Mz6v5ev4u5rmpBVRg/Bbs72pA1RDmtD4R5nVpoGG2OzDj0YtVKTsydm5AwIKiwOU8JjhkqtMQyrh7OeSRY5A4LMZYgyGbEGJTyUaoC7KJC6hTFG+JRLKiXOFO5TYVCa1Rx4h+z3EsumaRBZQJECoDLh92o7qMNreLtKI0no7cahvyomhYVnHtRtQNKzJWY1wTXYq0lP6Oizr1I8yGZZjYadqL6zWWfPqGK7QTQGvUdjnhuYy6R3O/jyEGl44E0bCqX9I2YuGetKwP5q1aWIYZZ7izWfKwhLt0Wtl8+6kDqykx0Ra3bHHC5rZu7uCtHZG4Gl4ImSj9G2OREVm9Tttg8dTMKWMCcYbAUybf2ZzbT8qhPMYVl3UTfDOBN6f9xjlYzZt1AwLmiSW+mAp5KWtvtuJnMwlnzUYN2/V5sHThsdmoqjOveEVQvonOYbWdTX3VUJmeb0Gqmea+XIVsxtLuCxP0c/dAKh/WMFdxvKRxme341ZEC+IIgjF9AQEDA0iTdP//zPz/t7wEBNQle8pPE1UxwiLhnF+N8vtCqids4L7V9uCNHZOz5r6ul0yy6kFnE1HgZJb80JJu4X+K6cfM2AoIbNC/H5ICGwDk3cWIa9yrxpn5isZ2C9gUlgFznlMwHRU4dUPd18llfPKmu384lvlHFvCCCV85oubQZUkp9xH+z8QWpvnJOxdVOv6rlE4sNyT3whL5o7xhUYsymAm1iKHAP5gWbmGs2C5zqeou+oLuc2ZG7sosvb9D4a8itc9VfJrJtr8Z9jzbq+bjVEyfNORBi51Y/pm2zPOi0HRdu5oXNjq7NKjpnrva0i00GNiGoF9JNH3fdrnnNGUPGh3r5njZkyQHeqwJoqKNTNuAn5zK+5inA5gPjRAw4c+qshmygTGjcMrH3iMFBUAgDmE6FfKa1Nxvxs/Ej6kpNyEOxsuKKy6Z6bjHdpobNGBJSwHqyvNczCY8lqTmb8r+pqgPWItoCbFh1ML+j2ubhIRW1K7W+SqtMz7cgVSlzPxsFcP8c7nHWBiJ29Ms27XhesIlm67tccbxr56eOSznjV0sK4IsRYfwCAgIClibp/shHPjLt7wEBNQcsTfEXX8DvHMdSg8UG0S5ImcVJOoG1rMiarWr5hWiefllJI4QbAg5hhAQ1H9EXYFS7IXlDg2oNIo0YFlEIIi+rpLPCIkwdqGhDJEkpBvF2MdotSuKwzNoLuiO3WN5JP3ZQZN9DSjAhg+mI2EKmKAPCCUEz4g8phAhDgohJzqTVCgy55RrE0yjDWcOJjb2gxBVSD9l11qwW7Ssv1lhdScHFODEepqRMGRDT/iGtF0LNhgHjR3sg5mMTIl0bdMMC0udSsOEV0Kokm3E0cC1z4sagXTcj/M0QCN1Nd+rGhhFlc2eHjEAc2CBgbl3dpFcby3+/6aZ8+QDCSJ0GSDtK4Wy6XIs2Atz8tOsmy9ig1sF8Ug9j5YuFmbJxKWsPqycbNj6ZYX6ZC5eK7JSWx7Gjz+uYm8hdUllxxWWnzL9eCRPp58yLA2IFUfKt05zPdcXEmfyy2cSw/vqq6m494QFCHOzyvFfB1QvqaeFjpvoqqTIdH+NKtyGOUue+VIXs+DnMP1ZQl47Pcxu24/76ng6ljku541crCuCLFWH8AgICAuoKZStsnDhxQrZv31729wEBPtLptHR3d7ufFQOunUl5u33BIUgxQJXaCBsviJDfi8c0xRPkDSEys+ggXARZg5AjMkaKKKyjEGrIKSQcMuvc0CO3WlyxIUAQSH4npRbEivIhnpBJ57LZEaUDQyG7J1KBJjf3uMgrT4rsfSBKA55W92es20dfUFJLORBISCxkdUOUqsqlzEqpuzeWXNqEAjjYerP2B9Xu8ydEujaqZR7rpGtHo8j1c6qkzP/ZLMBUCoHlJ3wYIg/ZwspGfnGsnhDVwX5Jb9ot3QPXJQ0p33mXkgTyWUPGzh3WsVi/Xftrys1Y2G1uOlbrZgPjZ+PZuV5k/U1KtjlGnxGxw5JKCiWn/p5VogzR5zgu9bSZ8TABIrc+BjR1mhOKG9d2MV5tndpnCydg3vAcYLzYUGEzAw8C3PXZzIgrG5ey9hC7KkX8jI0c2glw22asksoCrFFIkK+4zDiYqzrnOwt3w+zFmaKy0zeuSveqUUkzDswl4DruGcaFlG7kOWezwLk8M34xYbVS6isVSX3256JCglQlo9S5L6XtSedQxqooHIQxt+twC+cZUGp/vHEhUqJ79XL3c8q4zGX8SulfQHHMcfyq8nc1YEER5rQ+EeZ1aaBs0r1jxw4ncV/u9wEBSRoApDapGEoRQDNLL2QMwsWHmGrLZ81Lpb1wmriZizGO4ondcerpiMTFIKI5jbuEkGFltOtM4MsR78hKy0syll+/HkAMub24Q8KcevkR/QCs5cRvk6sauLjsDVrfpBL6Bm3jpdP5col1Buau7eKkl0fu5P2aN5z2cACSboDYQmhNOM2s7CihW7+Ic7a4cDYweEFsapbxiRXSxMaEqbazWQBhxq0cQLZNvdwE2vy5oS7XphhI14Wr7stPFIqz8XJK/XKlcG79760O5oI6IRsQUY7RVoFINOs1fi5uYtHNrd3CAJLyIpcqvleK+JmNifsei3LD9HUlKS5bLLGLqY5cvMsRZ6LsletkPEpD5Ei1O05u9THdfHKI4voZI7PMV1N0bjqV6fkW9Cp17mejkO2fY3PIem3Gy6bM/sTOG89mpQmPmPj3cx2/hVQArwfMcfwq/nc1YMER5rQ+Eea1/pGu1sIJOSEDZqvcePz48cqqrM4kKMT3SWI1/jGzvvpwebK9W8ePZ/XPcT/9shLqwgKb1M4CkSolrwVwImTeOVgd43UQsx1vuxMu866z80l1NVlfJKDmg74l9S8+Vv53zGtDsxwfayxUL3dj6rt4N5Q+NwVtasyPYUEfY481m5/4daWMe3zOGNN4O8tde35bkup330chApPfZ2ZfV4XFrYreq4n3kr/WZhCdqxdBqlLnfqH7453HftnxawPu55Tvg6DXokVV/q4GLCjCnNYnwrwuDTRUY+F86Utfkq6urkoXHVCvKFU9d7bABdOpQA9OJZ68XDprM2JPE4Wkk/ohakb8OHfLXo3zJV4TEgSxg5ChSMw5uD/jxoslmRzU+Gnioo21e9s+tSxDnIczkahVpIKNGzMklzJ9iybfY90l/tPconGzdm7QWBRXRfmgI/dwXNcRq+L/a7blc13DdbEib+xWwobVEZJKu08c0N9drl/ym6OGHLnODw3lySrXEa9t4lmUS5z0aL+OL+7KDBLn4M7tcohn1Q2SccAailo6hBVLvIvbblaBNoS46D/HTamdPjB3jvyfU2s0FnasvpA42kUb+B2rX/sqdcNE5Mziu938NIssi2KL+Y720RYXL31Gy1m2WsfduZGPaf+J5Wc90g/aZHPDPJCf3Cx7tBOLNwJ5pk5Nm3EF5RrWjVNXjxFl+mhiVyaWhGeDCdfhjg1BZZ5oI7nJaZfzHEpHCvMZrYMwAs7xVcFBMZXpaoozJZVN21jLWOj5oCXg+rZMQxIqJaY1nbL2fAhS+fU3tul8mTdJsbkvF5XqT6nlzKa+chXik64D86k2HxAQEBAQUCuku6WlZdrfwdjYmCPeP/IjPzL31gXUP0pVzy0HuNSiFuyLGrHhf/WsyJotqloNIMoQZyOWkC3qJ1b5le/qMYSzIA2bu5Ucgc17lLQefloJES+gxN8d/K7I2UN6DuRwyx4l7d/83xqTyzXrdog89J68y/W6rSLnjqkLt2vnmMhN96gi+AtfV/JKO0dGRDbuENn/mFq6H/3nIq8+JfLS43nBMeLE9z0ocvJFJWy3Pizy5P8VuXwy7+qOQvidbxJ5+suqxt17RWTHrdqH489rG50qdZOSfQv23L5P5IVv6Jy5/qVFttyspPrcoUhALXK5xi37zGGRFdtFJogLHRPZiVjbcW0rZB1CRpy4uSATH939trw7NO7qcVEqCC4bCSbmZnNxZL/INVzKo3RKkJ7lXXrcCeB1iOy4rdBdHBJ/4ZhIj+eCT0z+rjs1Rp9+E+NO7Cwx69YO50EQxZLbuKNCjyifgY2O48+JTHhpyiBde+7zUtY1Te2j0wEY0Fh3J1CW0vYcf0lF1lxdKVV2B6aUD8YO59OtJalMV1OcKals2r82WttssBiYG8ahEiRqJmXtagtSJdXPnHIvxNXm/bkvF5XqT5I4XlI5pdZXrkJ80nWp07oZWOARU0W1+YCAgICAgCojlZtF4PWHP/zhyf9//OMfl5/5mZ+Zck57e7vceuut8v73v18ySa6QC4i+vj7p6OiQ3t5eWbEipqYbMP/AunHqZfeyNZHNydFrN2TXymWSsfzHlVIVtny5KGsjPMaSd+TXyFJKrTXbbsnngz55QIkW5ACyiNUUqzWWVAS2sFqjLu3SX40qIV+5QeSlb+qLNlZjCC7kzymGt4rsvE3T/Ji4FH18+D35F3PIFuQfyw6EFzJNfLH7PSPSf11fjvmO1FdYp9k4gGBh9YaEOiv0sFrabn2jXvedz4v0YDEmXVQuyqM8puT8Nd+vY0IKMcYIb4MVq3UMLO8415CyDDL73b+P2p7Rl2SIhFN9z4nsuEOJI3UffsYdn2hdLkeb1siu60clw8YKY3jz/Vo/Md1YQlch1tSvlnAsyeCuN6t1i/VhVmAn7JbWDQLGnxdwSxkGaXZeA+QTH9GUYbQbiz/tYVxoJ2PPZgZrDF9a2ums2B0iY0N5aztWZjYm+I4xYMODuYAIMEeQSFKQ2RpyVtwozRyifBY/TnmsIcpzOc03FpIuuwfi1ny8JegHmwusCyzZrj992qbmZbphw3rEs4FrnOX/pNZpY2OI308FlsXZiTNNTEzI0aNHZdeuXcnPeL9sxt3lsM9M9VZgLuZ6j3vPkCmoYJ/Lqp9NGJfrPVpD8bmfKyrVn9FRmei/IkdPnZFdWzdLhrR+M+bpjtU3m3mIlxm/jjXjSPhYfm2XUlbA7O/VgEWHMKf1iTCvixul8stZWbo/9rGPFaiT+78HBMwaniouRHv3ahSxq6AqzIsuasFnDuWFwHxAZrDC8d3m6Dx+T0UuxAazBq2I3CnJ5QywOPOBkEHEtVB9OYXgQjrApl2qgu4LD+FOby/iRrL4YEGFxAGXCmxC5MrZ/HVYQWm3UyaPLM6QLJciC1X1q1FO8QlNJzaJlJ5LG0hZhhUc8z8bB6ZozvcQb9emaLx4AcYiRboyHxB9UkKBLbdouy6fVXd75nVZp+yeuJq3sA9cj3J0p3W8+KxYpX2kTTY2pl5uqa/MuuXc0z1lb0dqI0Le3xNZh7N5ITybf/polmSIq682DxpJd+VZ0NgIgZhjmTegzA5YH5B5HybKRpl4bJhlm3HDWodqvInF+fCVoTNeDDnXMQ94XdgagKSaUJlL6xZZ+k0V3JTPs97YFLuf5iDOxMv77t2R+nYS/LJR0k+Zm73XP9sQmOs9Phtl7WoIek1XP/fe8s7kea8EKtWfpibJrN4guxFiLLe+chXOk65zqf6i50W1FO+XCGa8VwMWHcKc1ifCvC4NlC2k9tnPfrayLQlYevDIJw4XN0bHCxXvF0pVuJTzks7xj/kWUL8/cceSeLy59RkLuo8pL6aodXsx4EZi/PIpOymutOCc6HvIerG6rG+JZXluzEbQvY2NXC4rN6TBhTcXnOfPbbH6kubfPxeradIxPzbefR/FE0+eE30fVwVPakMSko77VmU8AeIotpZLUYZOOsf67vc/aWxmU1eJcPfqjRulZaeotnL4fCuT11r9FcKs5rSS41Dq2p5NXQGVm9eAmkOY0/pEmNelgTkJqT377LPyiU98Qo4cOeJiueP4yle+MpfiA+odMfXcM72DLldsJlVhVWFzL3du0Cl1W/bdyw1mnSxXfXhSkbopEmDLijRG6uek4sEdnNhw2uCs0bidN6v1FmEpXKYhys4dN7oOy6W5c2IR5oV0kHRcqJAjNNaoFlgsohBnLKFmRaY9XE97TECMNmFB5XfKp17Gp61F458hj85VfVwttLhLO5Gx0by4G7HYTsgsEh7DzfTc0bzw2qQAW4Nk041ypmGVdKfPS4Y6KYef5gqPyyNtR9SOPtN22kD7sewP0LblebdqV35zJBKXiq7DJbxV05dRPtc7EpzOt92VG/Xd1MCnUwWHhDNWvkDZZIxrwvzTnsl14JVr7v4DvcliULbG0wnu1/Sh2D1gLre0k7WEQJn1k3Yn5eGe7f1URBQLzY4zZ864/L8zuqzORvm6HBGuhVbWXuj6K4RZzWklx6FWFe/rBHOe12IoVzAvoHbnNGBBEeZ1aaBs0v3FL35R3vWud8mmTZucqzlx3CdPnpT+/n7Zt29foshaQEAB5kNVGNJkIlUQG/JcQ0w27dZ4WCPevqpwMdXz+Hnxc/gdRW6EuiBZlseZOGaUmq+cVxExiBUxvoh6QXovHVd3ZtTHEZ0iBy9jwrV9F1V5G1JJLDOECtEyiBYxoyijI7aGAJ07llIRJ4TFcE/vWKfx3/Sbl1V3TlpdNhEto52vPimycq1IGvLaInIekTSEztaqazrn8eE66j7yXN6tHWKOkvrN92necMBP2oDoF27my1uVZOOOj/gX5JB4eSzCkGDGxeKtqcfFyUdrgnNeOalk34m0sVlAPOkq7QvEFOJJvLW7FlfzyM2euG7c5J0bdpQbndh1E8zjJ4rzfM8GhlntIfyUy9Iwd3pfxClpfUDEifFmk8LU5rnej03l/LgYFGs8dSYSE4yp1xNzb/dAkip4LnLXZ14pm37zO+0z0l7u/TSdKBb9q/Q9Xq4I13w8Q6bDQtdfKyh3HKZVvGdTb9nSHdNaRbn3akBAQMASR9nu5b//+78vP/VTP+VyQIIXX3zRBZB/+tOfljVr1sjnPve5SrYzoB5hqrhxa0alVIWx4BYol0+IrNul5Ap1cRPtiqsKm+o5x3345yWdQ5wvx2i7S0cWuYF3bRLZcafIxRN6DOLIyyQppiz+l7ho3/JOjDjWgwms5U1KPiGMWLJJaYa4GEQcguss05GnCVYHNhd4+Uk3qaL4XY+IrN8WkcvIKkxZe18rcvoVvQ7Cj5DY1YtaHh8IJ+0zMkrZF08qmTdVYRdDPirSc16/B5yPovna7Wp95uXMKY6v1bGBIFvKNY6b2zoEGFE32slY8PKNMjcEHdE11gVWMATlULj385QDs4SzgYF6OmNlbWIeUIjf1J0no04V/A7d6LA+Qlz5HrVwE0Nzx8f1RRMLT9LcY3Fgc6P7nigeGwGxU/p/0rlNWqa9cgyQfL8ud95Y3o096T5hPeD5QKy4tZ02IILl6xCUcz/RtvhLdbG2V+Ien0t91X6GzISFrr9WUO44JF3nntPbRbq2TLV6L6UxrUVU8tkQEBAQsMRQtqV7//798td//dcF8QipVEre+973yvLlyx0h/8xnPlOpdgbUKyCHW/dJqv+KNI2dl9TaDUocKvFihUv5lBzdCJrtVlK8ar26ZiepCkPaIL2UYa7a8fPi5zghtbNKZlHyHidv9nK19mKB3PsaJcu8SBopw5rc3KUkCvJkwkFYfq9fENmwQy2yZsVmowDSiyUba9C3/rfImk2aqsq5ey9TsvzMl0UeereW+9T/FbnjDSK3vUGt+yhjQ2Rf/KbI2s1aJuSU62gb/cKqDAGFXEOCOd/yQWM9hnBCtiF6WMix8lJ211aRvh61Mu+4TVIbb5KmwQlJZdZqHbSdcYf4X7mgBJkxcDm5zWI7FinCk1/7mrqXQ8KZA5ffPCKo/I7HAGNjLqe0jXZS7p6NIiP9miqMc5kLxhirOe03BWYnBhfNId+z9xEnwXERp2Lrw/J0M17MG/MRd/X2y+EnY4wl3AThLI8119l50X0y6dLJOJkbe9wtnTmP93E299MMolipwevS1NTknvclId72eJvKFeEqtfxqY6HrrwCYy1nNaSXHodh1YBGPad3Mq4+53qsBtTenATWBMK9LA2WTbsQ5cC0HPACuXbsmq1atcr+//vWvdynDAgJKQlOTpFdvkJ0zqefOFsWEsLCkQHQgc6iVz6R6Ph38c469oNZiPgZcw00V3GKWIWQOKSW2EPBJS+t43moL0cT926xAfeSgzl/qLMSQUj52Dq7sKKIbGXPp0UZEnv1/egw1burEA8Cds0aJM8QTooqhgpdcCB0kztrlROCyeTdtFycejaVZjiG/kFH6h0DbyIDb49g5MSBy7rg3ZpECtymAUxaq42xO+BZnI9d+zmfHiC3VW+TKTjyzba44b4Fc1BcvFRuk2Ig0ZJR2GniRtzlkUyGu0F5MxKnY+uClk/Omc7W0ciY9FDyF9mL1+erRtJO1AeKq4JQV7+NsMINQVTo7ITt3evnIS8F0yteVECOrhjL5bLDQ9c8R6XR69nNayXEodt0iHtO6mtc6Ew5czKj4nAbUBMK8Lg2k53QxLqIismPHDnn88ccnjz/33HPSkCTkExBQBHhKXL9+vbIqq+UKolWyPuKPDRAjX3DLXROR28lzGpJFvuKCKXyPldcwuent7X7juh0XHaJ835XTyJrfLif8Frt/KQcL+WQ1CbvsiKrFxoHpvJ5uKVQvj7fB2hjvsz921lZ/HOz8grJiZduxeF+qLYxVajmVFKCazfdzuDaXaajsvVonYmSLGVV5/gbU37yGe3XBEe7V+kSY16WBijDj97znPfJDP/RD8pM/+ZPO6v2nf/qn8uijj1ai6IAlpNx44cIFF5pQMUVOE7xC7dvEsSCXkEKs3CaINhfFVt81mWNYcbE8Yw2mPqyXuApzDW1xLuT9Ii3L1cXaKWoTg71Shcaw8GK5xU2Ysoi95nvKJ0aal6feC0p621aKrNuhLtuQd8pywmYrI/fi1uhnu1qeae9kHu5V2l7OwZWdNnIM0s74kGMY0k69zoU8cnnGssx4QmxpC+3g09qhfcXa39ASXTtEdmy5kGqT5S3LJOPcptt0HGgvYQRY64lRTxI244NLOHHlEGyucxsQjdFYR4JotKv/ih53AmMp/d2NR3OhqFiSEJM/r/ST99P4noKptTOv1y4VV+u1stz8R/WTL913/2a8rA2VFKAq5bpSYGUTChF3eW9ukWxrh1w4ebJy92otiZGVq8q8yNWcq/L8Dai/ea2le3WJItyr9Ykwr0sDZZPuP/qjP5r8/6/92q/JgQMH5Hd/93fdbs0b3/jGgu8DAhYEuP9uv1Xk+cfyrswSEaodD06N456tYuv4EZFrF/NuzAByiAs5Mc6QUtyet+zJK1OnGlRYi7JQ2z78tJI8YpH58OLOdbzAbNkt8txjKi5mZHnlBpH7367K4MRNv+btIk99MX8O7aS+W1+nKckoZ9Mudd1GWZ2fCIgRd37hhMgr34lculOqpo4AGpsCAKXx80eVQNCfkRsiex8UObpf5PLpfJ9JIXbLa0WOPq8u3I5UsiFBbDYK8VmRNVtEzhzS/zMfYPs+FTeD+PvCZjamkNWtt2gbIOZ8z/UInzGG/O7GvEFFlyD65l7N94wFInY+4Y4LMSXNK+PMZoOJxTE/qMOzqdB7ubhab7ws3OxRsu9Yq31hXtk4QIRtMv1YJCQ1RQ24RAGq2V5XCrgW9XlfhBCwQYKQYKXJZDX7Mh+qzEHNOWCpoFbu1YCAgIBFiFSugv5kqJcjBrBiRWSBqjH09fVJR0eHa2ettnGpYmJiQg4fPlzZ3JNYn069rIQSaykCU1hYXcqjnIr3lGrFohz/JYPE4oefUavsynVKBiHbWEF5Qd+4S62dVp/LD03KLso6qOej7I34GOQRpXUszWwScF3LCpEnv6Akz3J+c6vywZL92nfotaiGY5kmfhuiCvGEvGOx7ViVF/nCKgxRJx0Xv594SeRGnwaYmBWWPrUvF7npXiWqWOxd+quRfN7uvih+PBupa2PJ5TvKRp3cVNsh3stWycTqzXL4/CXpHjwnGWLdiUt36t4NOjaQ45tfo2UnCZvRVvpLW5IEy6YTXjILfzEhpqR5NVA+myKMw4VjupkSd1NnHGwNxctiTC6f1Lh09gZWR+Q/shZPWXsFltJZiEaVe91MZdIX1lpcpC2VkolNN8vhkyernPt3noWzplsL/jxX6rql8PwNqN95Xch7dYkj3Kv1iTCvixul8suKBl5ToeFLX/qSvPWtb61k8QF1DDZr2tvbK6vI6SutQtYs1tgEtUpVWk1SbMUlG0LnyhtVEukUt0fV3ZtUTqSssvowtkLOEb/CdRu0RjHSkG82ASCkEEssv/09+RRj1m4ThsMNHSsq148O6AfLZFfMXZ60X75QHKrh4OCTmn87CaTiwrq8bpv2BQdxE+qiH4wFoL41a0R6zoqcO6LHUII3QNj6r0hq3XZpb26U1LnzU+PTIaFXzqoVfeOdycJmBr/syfNKEF6azpthOiVeiL8j2bhVx1JwFVMh98vCLRv3cusrRNvi55NUfistQDUX+H2Ji7Rxrw5er/y9utBiZOWqMteJmnNVnr8B9Tuvi1w4cDEj3Kv1iTCvSwNzElJLwre+9S15wxveIG9729sqXXRAHQNRvi1btkyK89WU0mrSeZYTGhCH7f+Mf++Xk6Sobu7PAGu8++m59Tord6TqPXleFCc82Ybx0vtnebGLge8T+5xQn39eQhvS4yOypTU9/YMG6/tCoJT1Ueoaip8XHwt/7EqpeyFRgnp5xe/VhUa5z4o6UXOuyvM3YMER5rX+EOa0PhHmdWlg1n9hP/3pTztSvWvXLnnTm94kX/ziF91xxDrI0f3www/LM888I7/8y79cjfYG1LGIRE9Pj/tZMZjSKoSHuEsEyvhpBMhXYsVdjlhiUjHhIs7v8XIKyiZ2OxUJf41rfPV4Vn/nuK/EbW1wOajH1bLtE3REurgGcTVAO1AKJ4WaEx2L8lNjAecnBBxXX1zVKcel1xop7B8WdeKQiQnHsm1pxEAxy63/vfUZKycbBaQ+IxCF/iFwhqX91Cvq0k68NVZ92odLLe11OaJbJDsyJD0DQ5J1QnZFIll8FfakucD1vtjcVFuJt1wV8rkoqAP6TAw8wnRnDuvvpWK6tVwKZmhbNtNQ+Xt1oVGLKvKL/fkbsOAI81p/CHNanwjzujQwK/fyz3zmM/K+973P7ch0dXXJN77xDZcq7O/+7u/kp3/6px3x5uev/uqvyrp1wfUooHQgLcBL38qVFVQ/Jc5s7IhIz2l19TWgbI3wlsUBzySElKTYSow0ZBNSBPG0uFdiqsmFbcraYvm0r2sMM3HfsFdc0IlVdgS1VeO6L53R2PMbV0VWb9ZzcaumbbikEx8Mmdu8R0l5/+W8Mjsv9yZ6hcs3MdaQeWKhAfHJ971NZNte7Re/9/VMHTOO873LpX1K5NUn1ZV+0s09pWNJLmuXpzursdzEQF88GVny2UBY5vqbuzguPRNtstKu6eTchkIXeATeDPG5gKfjgu5U4NtLF7eqpBJvKefEyzJF9VIV1H1AluMiZibANlPu7UqIes0wLrnWDuk5ebKy9+pCoxZV5Bf78zdgwRHmtf4Q5rQ+EeZ1aWBWlm4Uyd/5znfKlStX5OLFi3L58mUXt/3+979fli1bJi+88IJ8/OMfD4Q7oHYAUbSYVAO/Q44BVsA4SQH8znG+N8XWuPXSichEQmLu9/Hod8+l1KzspqJNXPTOu1SgDEKMlRrCjGWS9GAWMz14XYXVIOHET7vUYqiXrxXZeYdasrF0r4iszFYn1mTaTYy570YOwUblHIs3RB4CDsH2we/3v02/J6b53DGtf3IsWyNF7rP59GOItvVe0b7YmDJOl09p/U48blhkz/3aTtTTzeIN4b7zEe130lywaUA5kE82EWyc/bmZC4rNq6/EW8o5SWWZgjpkGbX16RTUfWDRjhNuwO8cn87iXcpaLgWl9rmeUG6fl+JYBQQEBAQEBFTX0v3888/L/v37pbNTX7hXrVolH/vYx5wy5l/91V/Jnj17Zt+CgIBqwaXfyurLb1yFGRJkBLcUISSshCgRm2IrrttXzmne6lXr8rmMIdEcR4W8a6uSJZdD23cnFyWhLv90k36HezoWcyzkzjraonWQjmvrXrVoO4XvZpFLJ9VivWyFiq+xsYBlle9RDz93WFN6tccUFCHekC9INdfTdn6HHGNFZpxMsAz1cKzrLt1VlOOcdkGayf2NaNtIp+Y7Z2whg2sb1WoNYed8+mOK6wPXRfa8VmR8OMr3vVrPNcJt8+XPBeVaqjXqRpzMrLWVEqmKz2uSEm8p5xQ7byYF9TgY9zjhNnCc7+Mic9UQ9Zquz35oRD2h1Hmu1HUBAQEBAQEBSwazIt39/f2yc+fOgmP2++23317ZlgUsOeVG1O8rqrI6af2dSFRhLknkyD/HV2w9e1jJJa7gSYAs4gqMqzBW6TiweLv0VxuUXEMozbrLhzZiyYY8d0bE185x12P5jvKAA1yYsSRDrCHiICkboG/9hmAnqYIDE3xDfbs1cuse6M+rp2PZNkIM0TeV7vXbNf93JPyWmhiXjkxOUpDmG1G7IPe44McRn4+4+NgUcbKx+VPiLVWtN+m82eSDTxLaK/X7Sot6FelzVe7VWkEtqcjPI+p6TpcwwrzWH8Kc1ifCvC4NzDplWPyPsqmdNjYuDsGYgNoE62jDhg2zyA3apC7O01mT5ipyBPmF1EKc4/VNJ0aGlRqrN/HeEF/cqSHRkGZnEW9Ui3YuEjzjXLsG67KzyEfnEO9t8eFYlWmDE0sb1fOxpg9DelMqdoYVGisblmTOJe0Xbee+JaYaK+XR59Xl2bcyx2FpylyOc9pNPHmzurrjTm6q44yDub5D/AvGNSXpdEo25AZEcmwmNCkZnyw7NqeQd9twcOUkuOzOZv5mu15mi6TywVzq9MemlO+nG78qiXqVdK8GVBZVXsvzPqeV6k+17/FFjnCv1h/CnNYnwrwuDcyadH/4wx8u+Tiu5wEBpSo3ohOAAF9i2ppyBKLmIpSFkdjcuxt6p9ZXTIwMkgyx7b+uVmrE0HAdJ2+3pQFDBA1LOYR1U7dWxnXnj4sM9ubjnXmBJIb62PNaBi7dR/ZrHDfK4binEzeM1fjUQSX4uLpv6RY5+YrIqQNqEce9nRfSHbeJXDkjcuw5Lf+ON4lsuil57FZt1DE68lw+rpuYbVy+N+7UjQH+DyE3tXYs8gCBOeobHpBs3zW5ODwh63IDkmazAbJP2UlzSpnXL4qs3qQibWxEQOSxqLMmcEtPmr9qCYpNh6TyU6fVEo2bf7l1MjbEgSe5mHPcxq6U8auSqNeM92pAZVHttTzfc1qp/szDuCx2hHu1/hDmtD4R5nVpYNakG6G0Uo8H0h0wG+XG3t5eWbs2Im6zEYginjLJumEiR1NezGIiR/FzsBZCuHlx862tfn0mRoY4mRFvSCKE+6a7REYiV3AsMFivzx8V2bCLR6tIzxktqyEiQS69VqPm9sZNmzIg3BAvrNukfUJAjbpJN8ZLMcSWmOnzR0QG+kT2vkb/j4Da5bOR23tKCSDx1BBeCJkphWNhf/4xFUJLsnhj2cZC75M3Sw/G+DU3ifRd1nJQUyd+nP678W3UzYCJccldOy+96ZWydmJQiTjH+Zk0p4w1Y45auYmPrdmaVy+3uZhJpKrc9VIqkspnzbhjYyJrtuXbOts6cUVHpTxJvXzPfXlX9VLHrwqiXtPeqwGVRbXX8nzPaaX6M0/jstgR7tX6Q5jT+kSY16WBWZHu06dPV68lAQHFMBeBqHKEsiA7zsLdMH19cTEyyA0Wbgi3xVNj+RwdIf4isr7k1HKciVytcTnPjov0XtZ4aKzJkCUsmqTrGhkWWbVWyS4Cba1tIlfOq8CZhXr0Xcqn6cLiTKoq2u/KGlPCRkqynnMi67z0XC6X98lk0s1xrOLrdkT9HtP66A+ibje/Rsllc4umPqMPuLablRbrOpZX3NGvD4l0kqKtQ9sxnYCdyxHenC+L+UJIbjZiZJUUFCu1fF/0zRd8K6dOtADYdEE0jfF2sf8bC2PDi/UxafyCqNfiRbXX8mLtT72NS0BAQEBA3WNWpHvz5hlyxAYEVANzFYiarVCWi+HuLa0+X4yMGG5cyn04a2NORdG4Dssz1uhIaMy9IELKIenE5KYyajXG6o1rOcik1SUdV24A+bXrzRRN7LZTK8c6nYqE2jpFxlNKCIuNFXHZSeA4bTJ3dztmZZEzvGNVVGZENiF5vngcBBuiPZwWaV+uvye1IQ42O6yscsTIKi0oVsr1vuhbEhmYbZ30t5hK+UzlJY1fwOJEtdfyYu1PvY1LQEBAQEDdY9bu5QEB1QACfV1dXcnquXMVRJstyq0vSQQLt+PJ75vzKt8GrOMcj5/vl8WxeJ1cV1B2i8hQROr9c+IK5vFyWtqS+5J03I/1xMIdh5Xt1cF0drU1TxrlE9tQ6Tmt9npJut73iogLvlWiztmWV+n6Sr1XAxblPM/bnFaqPwu4/hcTwr1afwhzWp8I87o0EEh3QE0A8R5e+uYkiFYpxdvZ1OeX1dim7r24BGO15hjnty5XQTV+YqEm9hmrL3yY73EH7sIqmVOLNq7anNN9r7p4t0Yq5oieYTE3wo1bOEJj/MSVnJhryiJum/8jbEYf3Ht0WvvKdc4dfEJJtMV4x/vTvEzjvXGFx6pN27ge13H6T39IDcYx6nfK6iunjF+al/n25rw1GKs4ln2uc/3PTM2hzot/OaJf5ArHJRtXf8aJucDi74N6qStJkb5UJK0PE32jPl/wrcIiZtO2oZr1lXqvzuU+dKEJA4tTibpaKtrzNM8Vm9OZxsaeQ2RfmEt/FnD9l40FUFqv6rwGLAjCnNYnwrwuDaRyRO8vEfT19blcpAjGrFgRpWEKqBnlxrNnz8qmTZtmoV7eUCHF24RySjkv6RzI7MtPFKqaL1slcvsb8qJkeIYff04JcFNEMiHWF0+oCBaA1JLDG0L7/Df0nN33iJw9qi9q1y6o0NlNd2q8N+nAjEgjVkYaL4TTjBBevSCyeoOSUr5Def3+t2m8dLE+4yKOyzwviC5eOSLeW24WOfWyCr6BJCX0qKzs+Jic7RuSTU1ZSVNe16bC+Th3TIXmDBAvhMRm6xoNifbFx9j4YDx23One8yfHdIq6eBlrqKh6eQXLL7cN1ayv1Hu1nLazUcIxX3l9HvqyKOZhHua5InNaatvZEOO5NxkiU+VneS1gMd+rATWFMKf1iTCvS4NfBkt3QE2AvZ+BgQH3s2xBtEoq3s5UX1JZqHYffU4tnSvXKSl1ObibRS6dVoVxiOCFY6r4DZHlel5ATx5QwoZaN1ZqCBzXoEx+76Maz33tvIqqQdZ5WcO63NujhJrfrZ1YfLEg034srxD0tVv0ZXfzXrUoYwV3Im+8ABdRE4dM732tCqcRL44VnbhuYs2xkLuc4w26IXDiZSX7FnsdjV+u/4oM3DgpObw913bkFbVN7dtZtYkNz2lZjB2icgjFlTq39Deu9s2YMv7nDovse0iJMMTcJ8TF5r4UFFsfYC5rdDaoxD1RjXt1JsTXGp4HbhMpK3L5lK5l1sliUKKeDxXteZjnOc/pbMaGe5C5ZmONeS63Pwu0/meNBVRar8q8BiwowpzWJ8K8Lg0E0h2weFCKIFolFW+nqy+pLFyxseYCZ71uLxQaw3UWIovbM8BlHNzoVaINUCeH4EKkOZ/Phu1qFSIVmAELNedZDm2A+jkWFUc+cyLLot02O4fqUBM3y4rf52Jjw4ssecFJQUXfzhycOm4GrOi++BfjB7knd246myfccbVvNgjmovZNvUl5rS1+nvEnBr1YuGq5asfF1sd8qibP9Z5YCMTXmlPwj6yerAnWBhtYi0GJer5UtOthnn1wL2J5xfum3sclKK0HBAQEBGiAVfm4ceOGy8X9Az/wA/L6179+8vgnPvEJGRqKSERAQK2gkoq3SecSq2zwCebk98NFlK+968xl249F5pr4y2v8mJVbcIwY6gTrSlI/Shkb2j8din1vhKpaat+ltCuoHdcO4nMxZU0WWaO1iLCuwtiENRIQEBAQUE1L94ULFxzRPnHihOzevVtefvnlye+eeeYZGRsbkx/90R8tt/iAJQbizdavX1+duDMT2OrH8oLA1vKpAlulKN76QjgIpeEi7ZPrJBVyH7g8Wx1cj5u2E1tritzMW5Vw8B1x2AieYaFdvlotuTvvUIs4cdCUYyrZkFos4bia40JuxJ3/076hAXUpp2zagDUcN27aS7m4XVt/2DjA8miu4y73N2Jvjcnq7GbVtxjNmECZm9c1XZIe7Cld7duNQdSuUgSHirUradwXs9pxuUJMFRZwmvO9mqTEX/B9w+KZm3pYV9V6/i62samW0NkCjkNV/64GLAjCnNYnwrwuDZRNun/5l39Z1qxZI1/72tdc/m4/1ci/+Bf/Qj784Q8H0h1QMlg/nZ1VEJTxBbYgo72XVEV8512Ffh4zKd7GhXAghgiV+cJPlNsWuXzHiSACYas26svc4Esaw23u1bh8c7znrJJs6nAq582at/vw01o/7t24lHffra6Z3HO0ezTK333jmsaCX7+s9Vt8NUrBPWei9i0XGetR8j48pG7j5CSnP5dOibS0qqiVxQD2XxHp2qJj09weKUwPxgh3m44rmwNm+cOlfP0OSS3rlM71m0VO9Zam9m2CWmwImKt+VFZRwSHGNd6upHFfbGrHMwoxzTAuc7mumvdqXHma+WedsXnEmmBt2GZWrc/NYlTRnq/n72IamyrcJ7UwDlX7uxqwYAhzWp8I87o0UPb25z/8wz/IX/zFXzjCHceePXvkhRdemGvbApaYcuOxY8fcz4ohLrDlYodXKik+tj8fN2oqssWsGklCOFjjeBlDbdys2hDIm+4SWb25MB83xG/PfUqCIcAQU8ixD2K9Oc9c1Bshv1i8G5UAI6SGSjkW6fPH9UUNCzYK58R3G0mh7GUdIh2r1NLNB7JNHDmEnu8h5MSMx8V1IPoc9zcMGCMs8ID2oyxOOw2cC+FesyUfo+6JBGWHh+XYmTOSRXjNt2jS3nXbldCbZRPiz8svCue+B4EJDjEPSUhqV3zcmVvmOG5VnWnuF4MQU7FxKfe6at+r8blg/hHhY77YBPIJd63PzWJeV9V+/i6WsanSfVIL41CVeQ1YUIQ5rU+EeV0aKNvSjSz61q1bJ3/3Ld24lge1zIDZgPUyOjpa2XWTJLAFSUQZmzhfSCYv+TMp3hYTwoHIoujdukwJg6nnbtmrdVMH9WFpNaszx7FId21U0ku5XH9kv0hHlxJmrNsAlfOLp0U2dUfpwBqUZEOcsViv2aS5rumH5bqGZOMeDsizTc7v/usinWvUuo1VGoE3yD3XcS6bB+6anFrqSSdG2yxvNnWbIBSKw7hdWv8oAwu3T7gNE+OSG7im88qmwkxq38wVFu6kePiZRKni7YqP+2JSO66UEFOVBJwqcq8mzQWeFJN5uhfJ3CzmdVXt5+9iGZv5EDpbwEwDVZnXgAVDmNP6RJjXpYGySTeE+5vf/Ka87W1vm0K6v/71r0t3d3dlWhgQUC6KCWxhhYZ4YmkgtddcxJIgphBuP680L1K+ine8TbwAYbE28H/cqvlgLadNWHyvRXm2ubUgrQ4RGabtkGPyc7s+EePdqGXYRkNulRJ4yLapo2O1pn7LkWsvm/aT43xvJNq3oBsgstY/3PenGx//u5nUvinLXMpnKisJfrsWs9pxpcS6al3kK2ku/E2SxYTFuK7mC7U+NvN1n9T6OAQEBAQE1KZ7+Qc+8AH50Ic+JN/61rcKjj/77LPycz/3c/LBD36wEu0LCCgfpQhszbcQTlKdfu5oc0E01/f4/w0tkWU9Dt+F0QmgJbg0JomYxa8rtY+VHJvFJrw0Xyh3XMJ4BgRU7/4KCAgICAiYD9L9a7/2a7JhwwZ5+OGH3U/iEbBu33PPPc4KDvEOCCgJo6OS7r0sm9saJI0C91xj6OICW0kwga2ShXCKOIXMVggnqU24jeMaTWw4BHugT4W/cF/H3RvrM9YWrM58+I4XQdTYEZ7ygSgVlnws48SNE8vXuiJSQm/T9lIfFm/E2EzEjJ/8zneMP/OAtR2X9en6aGOTzWm+8euX9Ce/ZxokvWyV031w6rmUi/Uei/a1S/q7f4xrinlBxtuQVFa9Yrbrz8YGDwrmP0lJfw4CTszl5JwuBSyBtbbk5rRaz/caw5Ke1zpFmNP6RJjXpYFUbg7BPiMjI/Lnf/7n8vd///cuhVhXV5e84x3vkJ/4iZ+QlpYSrYjziL6+Puno6HDx6CtWrFjo5gQUVY1tqIxqbFy9PC6whWDXQrQz3iZeiHixQz18MHKvJlyjc60S0bOHlHgTh00s952PiFy7oG3BfXzjzsLyIeiQBFzKTV38/FEVYsOqzjFIOMQdUm8Y7NNriTm3x0IpY3X2iMjzjxW6hkP673hEZNOu4uNH/LmlGjOwUYALftz6749ztddMLaLUPsfPMzV4X2W/3seqkliKa20pIsxzQEBAQECV+eWcSPdiQyDdNQYsRqdedi+0E9mcHL12Q3atXCaZdJQKC+GZSgjNWJ7uYgJbs2lvpYRw/DZRlrNkZ1VZHXKN0jj1uZjqKAaceG9+hxQT921x4Yi57X2tnodVE1IPSUAcjd9RWHdpyHKqEk19WLZxUScu3JmXUyJ9PVq+ibKZkBokvdhc0I/9X9F+kAOdtGxY2sk93tQiE3c8IkdPn5VdmSHJ5DyBNMq/fFIt+xAYXzwNS761Kz7O3pqZgkqumVrETOuv2Ngw1uMjIut3qlDdHAWcJiYm5OjRo7Jr1y7J+Cr99YYltNaWzJzO1/O9RhDmtf4Q5rQ+EeZ1afDLsoXUAgIqrRqbxapbadXYUgW25lsIx28TVmms3K6OFv1AsK9fyOfxhoBePJG/Hiu4AUKF6vPm3VpWyktpRjkQb3Mx5mXSLHSkL3Ppmtbpdfzui7IBI8PF5sJXiMc1nQ/Aes3xq+cki7W1BTfnvNii2xBgkyE7oiTfj1v327UQSsO1ipnWX7Gxsdh+CHcpwoElYEmkIFpia21JzOkSFDpb8vNahwhzWp8I81r/KJt0f+QjH5n2++bmZlm/fr287nWvS8zlHRBQ8+rK84WkfmKd9F/w4+fEyYAptcfP88tJus7OL3cuiinET34/ouQ6Dr8dLm68sT4UuRcSYWzCeAYEBAQEBATUF+n+lV/5lZLFAX78x39c/viP/ziIeQTUrmpsgWthkwqbleJamHQdiB/Dejvp4t6q+bbNxT2pn1gmcesmdzHElbJWbxBZuVFjr4FrY2u+3GMv5NORufRhkTV5aEDjxs0iTSz1coTVWvN1FxtrvA+oz1muhwrbXZJCfLNIGiIcI97zoZZe7pwuVljf8WqIhwg4Ab55up8W87j7bWe92xgmYabxrPY4LOZxDggICAgIWGIom3SfP39efvEXf1H27t0r3//93y9r166VS5cuyec//3l55ZVX5Pd+7/ekp6dHPvWpT8nHPvYxp2j+S7/0S5VtfUAdqMaec1ZPPI93rGzPeyDPp2psoojO2ZnFkpKuS52eKgQ2+GKyQNnuezW/tzcOk4AooTr+6pMiYyMqMLZhh8jTX1QX7oHrSp67Nojse73IlcsiI71aLoJmuJXzf4g1vyO8hngaGDunqufbbsmPcVIb6Mfxl3TDALfk3NHCdvtq7L5QnaG5TdKrN8mOlSLpC4cL47aJKe+/opsDRgonx34mtfRYO5OuK3dOFzPoe+qM9ps1Y2Cu122v2P3ERuqOHTuSN1EX87jH287mxfWL2m4yCfiY6flU7XGocPnTzmnAokWY1/pDmNP6RJjXpYGy/8L+zu/8jnzf932fs3jfdtttsm7dOveTVGIc/+hHP+rSh+GGzv//8i//srItD1j8wCrDS2Jk9WywFz5TB54Pqw3WovjLK+B3jhdLD5R0HS/pxF33nM67dWMtO3lA5NzRQqswJBUFc4TIYuOgZTVonDfiY4zLuh1KgC+eErlxVQk5cd4XTooceEJk+YrCa3uvKPGCcEO8W5epNcwAiWcjwOK4423Awm2Eu3NNXmHcbzfA6g0Jj6dBM9XztmXS0NY2tX9YD7u2aL/ihHu6uU8aq/h15c5pPcAJ2sVDEcZmDgOYJRqSrL+LedyT2s66RPXdUueVukarPQ5VKj9xTgMWPcK81h/CnNYnwrzWP8om3X/7t38rb3vb2xK/e/vb3+6+N7zvfe+T48ePl1tVQD0Dq8zWfZJds0UOD4r76VSB58sqVopYUqnX4dIL0cWlG9du0H9Vj5G+K54oIBIa88dB1m5VF27KQskcwTSszKTg43dUzSG8WC8h03wun85bmiHHCLDhPt6xVq1xXLNpt0jHKrVQb9gp0rVRLe9Wf7wNKBi3tScLb/ntBpR511uUfG+/VX/ye9cmJwxy+PBhyZKazO8fP3ffp+f7x0qZ+/hYxa8rd04XO+gXHhZrtqn4Hp4N/OR3jleo35NzGo/VX8zjXqzteN6wvjpWl75Gqz0OVSi/6JwGLGqEea0/hDmtT4R5XRpomEuO7mPHjsmdd9455TuO8/1kJQ0NsmYNCswBAQnAYgS5bO/Vn/OZsqZc8alSxM/i5yW9KPsWSF89Fys3Fm5cyO28SbdX9spymqN7Irp+NCLdlhqMOGxzJ+/nJTx6EW9dPtWF3Ie1ATVzLOZ+Du1i7S5VIb6YOnA5isHTKQ0vVUEx65cp1xf7vtr1l/v9QmK6tmHxxnPDQirmUlYp3y90+QEBAQEBAQG1Y+l+5JFH5F//638tr776asHxgwcPyg/90A/Jm9/85sljjz/+uDzwwANza2lAQDVgYkgQZtxIe3sK3UlnI+jlu2ea+7N/nh2DNEOI25ZrXWcO5921DeTQLii7ufB3Nib8+Mum6PwCF+7GfP0QdF7Gx/iMiKQbk4XQaMeZQ5FYW0rrRdDNB7m4IePkA792aXoX/OuXRAb6RK5fTj6PYxD86coq5ZxaFeirNvyxMeGvhep3rY/7dOuokm2v9jjU+jgHBAQEBAQEVM7S/Ud/9Efy+te/Xm655Ra56aabJoXUcFHbuHGjfOYzn5k894knnpDf+q3fKreqgIDqAffrsSMah+27ViLyRczxbAS9EATD7ZsYWoTCwPJVeowYasgrRJlrjz0vQv7q9dtFes5MFShbu02kvUNjsi1eHC8ASKwTdUrryzXke+V6vZ42UweK5pBi6gaIlRFTnsFyPiLSd0UEd++b7lYhNANkhHht3Mep7/wRbTeu6dnIgo6FG8sfnvJXzxcXcDKhJ0g+bvFY7q+dLzyvFDGocgSjShVbW+yopPBXJVDL4z7TOqpk26s9DrU8zgEBAQEBAQGJSOVy8UDT0nHlyhWXCuyxxx5z/1+9erW86U1vkp/6qZ9y/6819PX1SUdHh/T29sqKFZ7wVMCCg2VITAsKjqm4ZbWawNp14kUVQJui+LxDY46LCSYlqpenE9TL+/Lq5aT1Of6iEm5SgEF+DRBnYqEtJdfZIyLPP6bEG7JOTOmJA5qGy2K4Ke+WBzXGmnYwdljRIeSUPXRD5NAzSrSXdYhcOa+EHGG17beJ3P82jf/Gwr3/K4Uq5OxBXDyqfdp8s35HrPmuO5Nf9ol1NSGzUy+79rh5zYlTpXfzaueB6JyiZZVyzmzmxgSwal1FuxR4Y1wAnuZXzop0rst7XlS439Peq7U47sXGKr6OKtn2ao9DhctfsOdvQFUR5rX+EOa0PhHmdXGjVH45J9K92BBId+2CZTg6OipNTU3z+9KHu6mLny6S2xjhpCQxscRcuY15K1P8mOXp7utREgzphdjHgbV7sxcbTTz2pZMiw4Pqcr68S8uBtGPNdCrKXq5u3MWxXqNUThvOHRE5fVDdxBF3o03OBT0lMjIgcteblUTjUo6VOw7GBbflTd0ire1K6uLq2AYbKxtTm9eJrDRlvJd5zgPROUXLKuWc2c5NveQx9sY4cc5YX2ziVKHfM96rtTbu041VfB1Vsu3VHocKlr9gz9+AqiLMa/0hzGl9Iszr0uCXFckRgpV7DDfSGNavX1+J4gOWALCyoHDf3d0tmYUQUoNg44bNx373v5+rOBjnITR2bFhkxTReIHGBMqzQfHysTRB0ShIxow24lTshNQ++RR8yn1SvgXHAak/8Oe7q5lKeBBsrb8xc5rFrA9K9erlkUrMQeqrEOdOJrS12VFL4q9L3aq2N+2yExyrZ9mqPQwXLX7Dnb0BVEea1/hDmtD4R5nVpoGzSDcn+jd/4DfnzP/9zuX79euI5S8iIHrBYMd+iRHHhstl+P1vEBdmKfV9Ku0odq0qMaaXOqVcEMa0wVgEBAQEBAQH1T7p/7/d+zxHun/zJn5Tf/d3flY985CNup/zv/u7v5HWve50TWQsIqEn4Ltu4ZkMokyy9uGjjbo7AGP8nfjruvlng4lnkHP883LxzZlmPWZSwTvrCZklIqg8Ua0NckM0Hx/keUC/1u9Rko6pQTvsyTYUu68UEnPyxcqnGohzH0wk9lSIGNR+CUaXOYS0hiGmFsZpvLMb7JCAgICAgYLGT7v/5P/+n/Lf/9t/kPe95jyPdv/RLv+SO/8f/+B/lB3/wB2XXrl2VbGfAEgAiPlWHL05maG7XWGqfJCIehggZsdhzVdaOn7exW+T4cyITmbyFGcK75768iFrJwm2npwq3+W3ANf2ON03tM4T7zkfyruvUi2hc0nmMjbWLcpPE4+JjxVzSrkyjpFFR84We7EU9qaxyzpkLylFHrwXQ92qPzULfq3UyVosF087pYr1PAhbXvRpQEsKc1ifCvNY/yhZSQ3Dl8uXLLnCchYIIS0Oklnvs2DF573vfK/v375daQhBSW+LAwv34p5Otvq0rRO57m8psI0SFxbaYpXY2ytrFlJOJHXdiaG0qiIYleTrCnVQO7XQvwmMia7ZNzRPuq3vHBdmwcPux4lY+2gxObX1ErfIooDc2FpblW7ymGyusYSu6VFK7mNBTKWJQ1RKkKlXVupZRa6JltYwwVkv3PgkICAgICFisQmrEdFMBWL58uZw5c0a2b9/ufidn98GDB8stOmAJgr2fgYEBaW9vr556LqQziXCDoT6RG1dUyRu142JN4MUTkmP/n+4cRI74mXQeRBnr9OqN0ytwG5LKQW3dRNFQJvctTn4bigmyJZXPpgOpxYr1Jy7gNN1YjY9KLpORgaZlxee1FDGoaglSFZubpD7XKhZAtGxe7tVqoNYE3moI085pPdwnSxSL9l4NKIowp/WJMK9LAxXxO7rjjjvkz/7szyZ//4u/+AvZuHGG2NSAgJhyIxs3/KwaTKl7pu9LUTsuVRF5NsrJsz2PGGpD0ktxqWWXcm6x72e4Ljs2Wv15LReVmpslhnm5VwNqZ07DfbJoEe7V+kOY0/pEmNelgYqkDPvpn/5ped/73ief/OQnndv5q6++Kn/4h39YiaIDAuZfyduUoSG1WJAhtLhRtixTF+7ZKGvPRmV6OqGipHJoC9YL4sJxVyeftp9jfDbq3uWqYdvxpDznCKpdOS/S0yeSGRZZH3NpX2jBpsWmAF4LQla0of+KyECfyPXLmkZuMbsW18KY1joW230SEBAQEBBQT6SbeG7DP/kn/0Q+9alPyV/91V+533/hF35BfviHf7gyLQwIqBRKVfImLnbsiEjPabYf8+dANrq2zE5Zu1SV6ZmEipLKgdgSc33xlEjrjbwaemOzyLrts1P3LlcNm+OpM9p2c3VnI4AY+UunVGCtcbXIxRdE2leoqNumm2pDsGkxKYDXgpCVtYG4/6F+nd9r5xevmFYtjOliwGK6TwICAgICAurNvfzEiRPy8ssvFxDvz3/+8+4TCHfAbEG8GV4SVY07MyVvCLaPuJI3MOuxD34nxZiviMxLZ8E5MUXkUs7D2hZ/+Qf8znG+L1bO2KgKsfnpx4gXT0qBNh1K7U8SXJqxsUI1+FefFLl6VlLNzdKUm5AUYmpsdqCOjqhbYjkljEMlMZc+zyfme1xmaINzrmjIuJ/z2oZ6G9PF8vxdLPdJwML8XQ2YV4Q5rU+EeV0aKFu9PJPJyDe+8Q156KGHZLEgqJcHlKTkjTgYVrwkl2ncttduzYuflaqIPN15Vl8xFKtvZFCk94oeT3KD96+rlsKztd13xR8dETn4HU0bRv3xmNC736KCdcXKKmUclpKq9UKNS621oZKot/7MB2r9PgkICAgICKhH9XKUykMu7oBKgb0fFiuLtuq78jMpeRtJhGBj3TaLN7/7389GEXm682YjVOSXQ6quhshVPskdthwhsNkqPFsdkHxrg9uwUCeaXDYrvalm6ciN5EXOiwnaLZRgU62rWteCkJVXh7tXR8ako7kxf68uNtG5WhjTxfb8rfX7JGBh/64GzAvCnNYnwrwuDZTtXv5v/+2/lT/5kz+RhcDIyIjce++90tLSIk888cSCtCGg8sqNFy5cqA1F5PkWDpqriFm55VYCSXXgERAhm07LhXS7ZP28YsUE7WqhP7WIWhgXr45sTuRC/7D7Oa9tqLcxrSHU1PM3oGII81p/CHNanwjzujQwJ0v3V7/6Vfme7/keeec73ymbNm2SxsbCF5Xv//7vl2rg537u52TNmjWOfIeXhIBFKRzku2qi8g2BySS4s7vzetUdlnjyVRtE2pZVpp2VUG5OagNeBG0dIqNDKqqWKyJYV0pZs+lPvaIWxqUW2rCY7/GgjF77CPMVEBAQEFCLpPsd73jH5P+//OUvJ55TZrj4tPjsZz8rjz32mPzt3/6tfOlLX6p4+QEBk8JBU5SNKyQclKSajCH4zGGRXOTCDnJZJdlHTuRV1JvbRHbfK7Jm89zaWSnl5qQ2YCW85TUiF06K9PaIZKYRrJuprFL7U8+ohXHx25AdW/xzsxD3eFBGr12E+QoICAgIqFXS/fjjj8t84/Tp0/KhD31I/s//+T/S2hqpSAfUBYg3a29vr524M4jn1n2VFw5KUk1GsI1j9L19FWybHSuNjR54VWT1Bs3BDRBPO/S0WqWxeJfTzpmUmylvNv0s1oYdd0jqwglp77kmqa67RNZvnzlPd7XGfbGjFsYlakOq/4q0Zy9Jau1akeWrF+/czOc9Ppf7ayk+f+cTi3C+SsWSntc6RZjT+kSY16WBskn3ww8/LPOJiYkJ+Wf/7J/Jz/7sz8pdd90lR44cmfEa3M/5+OpyVhYfW+jpdNq5qfuW+WLHOcZ3xY5buf5xEHeDL3YcVXjK9Y9bW4odL7Xttd6njRs3Tn5fE33KZCTdubbweHRd2fNErm/yHEfprNO0cXRIcih+a0MktaxT0lfOSXb4huQwgRM8m1MBBq7JDg9KrueMyKZuvaSxUVIr1xX2aWKi+DzduOpIRkFMLn1KpyTHcdoY9bvktYdr/IquwuOZFSI7b5eNO62zJc5TNO4F8xT9XNL3UzTGBX2KPceq3qeGBsl1rpWNnWtd1ECO49Eztaw+LfQ8NTVJtmFN4fFcbm7zFN3j7n6i7d59lsqNSXrgmuQa19bU2uNcnr/85Jwl9feJ+Yg9D+3ZXOx5WPN9iubJn1fOWdTzVI9rr4w+Af9erYc+1eM8zbZPIP4MXux9qsd5yk7Tp6qSbnDjxg35r//1v8rXv/51uXLlikshBj7xiU/IBz/4wYpao3/3d39XGhoa5Od//udLvub3f//35bd/+7enHD969KgsW6Zxsah6btiwQS5evOhUPg1dXV3uc/bsWRkYGJg8vn79euns7HR5yke9XK6bN292ZVK2P/g7duxw7T58+HBBG7q7u2V8fFyOHz9eMHm7d+929Z05c2byOHk2d+7c6dqH2I2BHewtW7bI1atXpaenZ/L4YuzT/9/enUDJVdV5HP/3VumkO71k7SSdDmsihAFZgnDYosAIDoog24wyKIIsxgwHjmwOMixDBo/LOCKyyu4oDIpGtogoDggMCAqGLZKtO0lnIb2kO0svqTn/W6mmurqqu6q6XtV7//f9nNOp1Kul33u/utV16973f9FoVLZt2yYTJ06UWbNmmdimlDmtahbZtiW2TZURmTa+UtZ3bpOOnl31EDp2yKTSHpnU1ytrSsdLd0mFSLd2uiukobxf6sp2ysreculZs15ka47bVD9O+vp3yoq2D/dXaWmJzJ44Xrp7+6VlZbNIVUdeXnvxXHUdp0yZEpycLL728rRN+kWmZqrv7/rcFrYprzl1d0rpjq4P21PHh9X69fzme0zs9d02vffeewOZ6geIUOQU36b6calzqq9yVfpbE94PA7NNu3LS2YHxXMeMGRPsnCy+9nLYJt0evX+8rVrYJos5ZbtN2la1HxXP1cI2WcxpTZptWrVqlXh6nm5d+aOPPtrtPN3QpUuXDvT+FyxYIPvvv7985StfkXyZP3++vPDCC+6bDKW/S0PTHXryySfLww8/nNFId3wnx8+jxjc1/vj2SX+Hzl7QxqQF+QLzjdr27SJb293IcUl5RErHT5DorvVPuY7u/MDNg0e6+3okqsc/q9pJH450r/1bbKRbjzHt2R4b6d7ZLzt3bJfo3geJTJrhCpa5bdraLv06Wq4Fm7SIWSSSfps6Nrqp6ylHunWbJs/MfqQ7zfKRcvXDay/bbRppufVt0j92mulee+3lMs3bNmlhzF2zMPR1XFJVJ6WVlcHLqX2Da+MpR7q1zU+d5WYLZLVN27dLNKEoW3zf5Gubent7BzLVLELVnjo3SXT9qtQj3WneD32/TbtySsxVP7wGOieLr70ctkkz1U5IvK1a2CaLOWW7Tcm5WtgmizntTLPu7e3tUl9f7915uq+88kpXQfzZZ59131LoL407++yz5ZJLLslrp3vJkiWDdtjy5ctl7ty58uSTT8pRRx2V8jH6za7+JNNg4p335BCTZbs8+XlzWa77Mpvl+Vr3Ym+T/v74OgRim7o7pCz5WMC2dVLSsLuUpShG5tZFj4Ftax30mFKtSh4ZI9LfKzJ2fOwT3/gJUloxRqSkVD/9xQqt9WwX6WqTUr2Prs+mZpGSNbHlFZGBemVStm5QQbQh6149QWTzOilLUbm5pLxCynQdkx4zmtfeaHKlPfnvPSL+gSD+gS8vOXW1S0nrisGvybbY61i/hArU+15CG3d5lAytjJ5VTl3tUprifUb3TWmaooe5bFM808T7+O21l27dR7Vc8yhfm9X7oe+3KSGPxDabuNyrdee93PvPe6naKjkF/7WXTa5B2aZslpcZ3KYh95McPf7443LHHXe4DneyOXPmyBtvvCH5pCPael7u+I9ejy9PPlUZUPTiOwlTZ1JWTdYP33E7+0Wm7iYyaWbsVGFqzFiRWfuKTN8z1qnWbwC72mKd8r0OjHXQtQDb+pWxzreeZmw06xDkStQIZ1vyq3y2L2v7xo94PwQAFEDOI906hN7U1DRwPXGkW6dJ5DhrHSEVPzYp8XXkazrVM9U5fpUu19sjU7Ormhx/3sRlfT0im9eKbGmLVf/WTrd2uJWe07t31+ET27sGn+or13XIc4c7cLmi8JmOpi35Vb7aV4H2TejbqR/ODuCB0OdqEJnaRK7hkHOnWzvczz//vJx44onueuIHMC2spsdwemnPPfd0BUJSTR9H8OjUDC1eEBj6wWw0t+uHuVQflpOX6f3GzRbZ2OKmhA90uN3vSBrdztc6hDlXFD7T0bYlv8pH+yrQvqGdFub9sNDI1R4ytYlcwyHn6eVnnnmmO2e2FjdL9Nprr8lll13mqpd7STv5Os2cETQb9Hj9devWDSmM4Fs6EjKa2/Px++JT0VXyVFYv1iEMuaLwmRa6LQVJgfYN7dQmcrWHTG0i13DIudP9jW98w4126Pm69VJfMDq6ffDBB7tRcO14A5nSwxHip5gKBJ16mKqjm1AsKS/0mE2teK6VybdvjZ2zW0e7d2wTKS0X0SJs7oTJO0U6NrmiS24EPNd1iP8+HVlv25D5MaNpHhe4XP0i1xwKIO+ZFqotBVGB9g3t1CZytYdMbSLXcMh5evm4cePk97//vdx+++2yePHigXOY6ej3xRdfPFDoDDBdfCe5yFE+i5FpBzrx+SPjRFb8OVZALVIZq3I+pir2/84PPnzc9m6ROfOyX4fk3+e2Z82gSuhZP06PQUdhcgiqQrSloGLfAAAQ7k630uOpFy5c6H6A0PGy+E5y1WLtaG9YsauQWp/IuJrYSPe2LSKV40QmTRfp7YlNOa+ojJ0ruGZy5usyUpVk3c5UzzXS42Z8JNc9EE655hB0RgtZ5QX7BgCA8E4v1452vk8LhvDSY/N1pkTgjtHXTkH9VJHJjbHLfHUSkqsWxyuV6zRyPR+gnsNbzzmoU827O2LL9TRjZRWxU5DFKxvn+vsSDfdcIzyuZFtHMHMtllxzsNBWvWpLFni8bwL7/othkas9ZGoTuYZDzp3uO++8Uw444ACZN2+e3Hbbbe4YPyDnF2JpqfvQl+kJ5s1LrkqcWKk83gFL7Jwl357qObL5fZnePsLjSvv7yNVYJW/aqj1kahO52kOmNpFrOOTcw1m7dq384Ac/kL6+PncctxZT++d//md3ujAgW1qIr7m52V9VrjMpZrW1S6TlPZHlb4i0LItdz4fkqsSJlcrjx7smFlhKvj3Vc2Tz+zK9Pb5cp7/HC7zppV7XXEvL/JernwWgkrcv2ypGhUxtIld7yNQmcg2HnDvd9fX1smDBAnn99dfdacLOPfdc+fWvfy3z5893VcwXLVqU3zWF+cqN3d3d/qlyrcWsVi8V2bA6dn7sDati13V5nHbGX39G5L1XRVb+VeS9V2LXdXm+qxbrcdo6pVzpbIDK6thPfKq53j6aysa5VknW5SWlseONW1eKbGqJXer1klKJjqvzV65+F4BK3r5rqxg1MrWJXO0hU5vINRzyMpf3wAMPlFtuucWNfj/00EOyY8cOufrqq/Px1ID/ilnp7TqirZ3tHVsH30ev6/LRjnjHqxbHO2B6nPbkJpEx40TqG2Ij2/ozaabI1N1jt4+m6nPy78vmuXq2x0a3E+l1XY7sjCYHAAAA2Ktenmj9+vVy//33y9133+2mHtbW1ubrqQH/FbPS4mXJHe44Xb55rci42fmvWty0j8iO7sEVnuPrPNqqz7lUSdb7VkREJs8S2d4V2z/aQdRReP1SYGvCzAB4lwMAAABsdrr1eO4nnnhCfvzjH8vjjz/urh999NFulPv000/P31oiFEUkGhoa/FFILZNiViON4uZrlFc7WpGpg5eNq05xv6ne/b5M9pV2sFOcQ1oLqfkm1yDJNoewtlXkBZnaRK72kKlN5BoOOXe6r7jiCjey3dra6j6AXXbZZfLlL3/ZHc8N5HK6hLq6oZ023xaziiQdQ51spNszpdPUddRcO/GRsSITpqXudPt0X5VURPyTK+y1VeQFmWZBDy8amIUSEamq8+0sFHK1h0xtItdwyHmo4jvf+Y4ccsgh8thjj7np5P/xH/9Bhxujqty4fPlyf1REzqSY1YTpseOrU9HlevtoeVmorUD7aufYWv/kCnttFXlBpnkssOkj5GoPmdpEruGQc6d79erVsnjxYjn55JOlPOl0RS0tLXLDDTfkY/0QosqNPT09/qiInEkxKx1tnn3I0I63Xp8zb/Sj0V4XaivQvopWVPgnV9hrq8gLMs1TgU2fIVd7yNQmcg2HnKeXT58+eCRPj+fW47rvuusuefLJJ6W/v1+uueaafKwj4M9iVpMbY1MLB6Z/V8ZGuPMx/Vuf0+tCbYXYV/0JVdUBwHKBTZ/WYQAAGKhertMMtWL5PffcIxs3bpTDDjtMrr/+ejnxxBPzs4aAn4tZaQfbi85voQq1haDwFwAUpMAmAAD57HTrebj1WO4777xTnn32WZk2bZqsW7dO2tvbOVUYcq7c2NjYSEXkuEIVavMYudpDpvaQaZ4KbPoMudpDpjaRazhkdUz3W2+9JZdeeqnMmDFDzjrrLHcMwiOPPCKrVq1yt3NuboymcmN1dbW7DDw9tq9tfazgWduGzI/1S3xcxTiRyqrMCrXl4/dl87iw5pqLAuzjQgt9pgaRaZ4KbPoMudpDpjaRazhkNdI9d+5c17E+55xz5OKLL5Y5c+Z4t2YIFa0B8P7778uee+4pZWVlElhaxTa52E7ZmlixsRTnsR72cbWTtaSlSM+29IXa8vn7MnlcWHPNRYH2caGFOlOjyDSLopFD2nRCgU2fIVd7yNQmcg2H8my/idEXhk4v1x8gnwJ/CqKRqttqsbFUH8zSPU6nK06ZFRvx7tsxtFBbvn/fSI8La665KPA+LrRQZmocmeapwKbPkKs9ZGoTudqX1fTyZcuWyYIFC+SXv/ylHHDAAXLkkUfKT37yE3f6GCD0Mqlum+3jov0i4+tE9thfpHH24MroXvy+4R6HzLGPAZu0g10/NXb2Cr30cYcbABDQTrdOJ1y0aJE0NzfLz3/+czfV/Oyzz5aZM2e621tbW71aT8BuddugPA6ZYx8DAAAgl053XHl5uZxyyinuvNwrV650x3fPmjXLnbv7wAMPlKuuukqee+65XJ4aIa7cuPvuuxevenkmBa9Guk+u1W2D8rgg5losAax0nKnQZmoYmdpErvaQqU3kGg4lUS1BnqdjEZYsWeJOI7Z48WLp7e111c39pLOz043Od3R0SE1NTbFXBwn0taKvIX3jKXil65QFr8oHF7zK5D7aCV+9NPXUbb3vcMdYB+FxQcu1mAq4jwsttJkaRqY2kas9ZGoTuQZbpv3LvA1V6AewE044QR599FFpaWmRm2++OV9PjRDQD/FaM6DghSRGKnilt2dyn8TqtsmnlRmpum1QHhekXIutgPu40EKbqWFkahO52kOmNpFrOGRVvTxTU6ZMkcsvv9yLpwaKU/BqpPtEpo6uum1QHofMsY8BAADgVacbCFXBq+T7aMc13gnPRlAeB/YxAAAAMkanG+GWj4JXAS6KBQAAACAghdSCgEJq/lW0IhKZFLxSxSqKpes3MAU8IjJmnMiO7g+vV9Vl9ruTn8frx+1CcRB7yNQnRtk2E5GpTeRqD5naRK7h6F8y0g3f6Ovrk0ihjymOF7xKV5k8vj6Z3Cffkiumb++OLZs4QyT+vUTZmsEV1DN5Hq8f54dc4SkyLbI8tc1EZGoTudpDpjaRq32caBW+oKPcK1asKE5F5HjBqylNIhOmxS71euKH10zuk0/JFdP7+kTaWkV2bBXZuFqktCx1BfWRnifOq8f5KVd4gkyLLE9tMxGZ2kSu9pCpTeQaDox0A5kWFStk4bHkqurbu/RdOfb/3h0ivdtFyipSV1Af7nkSefE4AN6ibQIAEDiMdAN+lFwRPbkDrCPfw91/pOVePQ6At2ibAAAEDiPd8A0touYrRSo+lrIiuh4/Puj28uHvH1+HbVtix39WVg99TKrHjbQ809v9nCtGLZCZ5rHwWFHlsW0GPlOMiFztIVObyNU+qpcDGRcqKs+x+FgGjxupqrqObG9cFZtiXjEm9nw7+1NXUE9cBz322/2/V6S+QaSyKrPK65lUdQ9ihwXhlK926Qe0TQAAAle9nK+24ZvTJXR1dbnLoity8bFBVdXjI9w6Sq2dZj1lmBZxS+xwJ1ZQT14Hvd/kptjx31qILT4tfaTK68m/P8eK7b7KFXkRuEw9KDxWVHlqm4HOFBkhV3vI1CZyDQc63fBN5caWlhZ/VLnOpFBRPh+XTnLF9KZ9RA48bvgK6qnWQU8vph/G9f5VNZlXXs9DxXZf5Yq8CFym+W6XfpDnsykELlNkhFztIVObyDUcOKYb8HPxsVQV08dVZ/87dMRbR7urakXqs6g6XsiK7YAXrBYeo20CABAYjHQD+SpU5FGBo6z4YR0AP6FNAACAIqPTDV8oKSmRSCTiLouuqn7o8ZJxulxvz+fj8skP6+DXXLOhx/m2rRfZ2CLStiF4x/16KHCZ+qxN+FHgMkVGyNUeMrWJXMOB6uWAH6uXj4Yf1iHI2H/2kCkAAChi9XI63fBN5UZ9seqL1jejLYPO66vHQ9fncJ7uLB6XT35YB7/mOhxOx2QvU5+1CT8KbKYYFrnaQ6Y2kWs4Ot0UUoNvKje2trbK+PHjpaysTAJdqMgPBY78sA5+zXW0la59sF+LKXCZ+qxN+FFgM8WwyNUeMrWJXMOBY7oBwHqlawAAABQNI92wZdAU0ohIVR1TSJE5Kl0DAAAgz+h0wxf0OMKqqqrRHU+YsljSGgqIBT3Xgle6Xpt6ijmVroOZKUZEpjaRqz1kahO5hgOF1GADBbCQL1S6BgAAQB4LqXFMN3xTRGLTpk3u0rMCWAhersWgp1VrmisypUlkwrTYpV7ndGvBzRTDIlObyNUeMrWJXMOBTjd8c7oE/SCvlzmhAJbNXItZ6bp+qsjkxtglp5YKfqZIi0xtIld7yNQmcg0HOt2wgQJYAAAAAHyITjdscAWw0tQFpAAWAAAAgCKh0w3fVG7UIgQ5V0TW6b8Nuw/teOt1Xc704KIYda7wHTK1h0xtIld7yNQmcg0HqpfD8Hm6K2Ij4HS4AQAAAOQZ1csRuMqN69atG31FZApg2cwVvkGm9pCpTeRqD5naRK7hwPRy+KZyo57fjorItpCrPWRqD5naRK72kKlN5BoOaSpPAQWeEr7lA5HuTpH2jSLjJzAlPJSHA0REqurIHrCENg4AAJ1uFFlXu0jrCpHeXpFtW0Q2rBZpWxcrflZdV+y1QyGy7+/7cFnZGrIHrKCNAwDgML0cxR0B2dXp0uLWk8aNcZeuE6bL9XYEviLnpEmThlYvT8h+ELIPbqYILE8ypY0XHW3VHjK1iVzDgU43ikenFe/qdJXqh76qMe7S0eV6OwKttLTUfZjXy3TZD0H2wcwUgeVJprTxoqOt2kOmNpFrOPCpCcWjx/HusjMaleaOre4y1e0IbkXO5ubmodXLR8qW7IOXKQLLk0xp40VHW7WHTG0i13CgkBqK+OqrGPiv9rW7e/rcpZQMvR3BrcjZ3d09tCr9SNlayd5gEam0mSKwPMk0LG3cx2ir9pCpTeQaDnS6UTxV9SJla1NPMy4rj90Om8KQPUWkEGZhaOMAAGSI6eUoHh3x0yrl+gEskV7X5QEfEUSIs6eIFMLOehsHACALjHSjuPS0YE1zpbRrszRUdkppbY1INefptlQcpKGhIXWBpl3Zfzj9uiI2+mXhw3gmRaQiU8VcpggkzzK13MYDgLZqD5naRK7hQKcbxReJSMmEBqmb0FDsNYEHp8GoqxvmfOv64Tugnc+wFpEaMVMEjqeZWm3jAUBbtYdMbSLXcGCoAr6p3Lh8+XIqIhsT2lwNF5EKbaaGkalN5GoPmdpEruHASDd8U7mxp6cneBWRva5OHfDq14HNdbQMF5EKbKYBb0teCmymGBa52kOmNpFrONDpBvxanZrq18EvIjXk9UERqaKgLQEAgCJiejngx+rUVL8OvngRqSlNIhOmxS71ej6+kEHmaEsAAKDIGOmGbyo3NjY2BqcistfVqY1Uvw5crvlmsIhU4DI10pa8FLhMkRFytYdMbSLXcKDTDd9UbqyurpbA8Lo6tZHq14HLFfYyNdKWvBS4TJERcrWHTG0i13Dga234Qn9/v7z33nvuMhC8rk5tpPp14HKFvUwL0ZZ0CnvbepGNLSJtG0Z/eEmBBS5TZIRc7SFTm8g1HBjphm8E6hREXlenNlT9OlC5wl6mXrclI0XaApUpMkau9pCpTeRqHyPdwGiqU+uH9kT5qk7t9fMDYeFlW6JIGwAAyAAj3cBoq1MPnPu3IjZqlq8OsdfPD4SFV22JIm0AACADJVE9I3tIdHZ2Sm1trXR0dEhNTU2xVwcJ9GXY09MjkUjEFZSADeRqD5km0GO4N69Lv7P0VHGTG8XvyNQmcrWHTG0i13D0L5leDt8oL2fihUXkag+Z2ip4qMjUJnK1h0xtIlf76HTDNwUkli1bRiEJY8jVHjJNLtKW5svCABU8JFObyNUeMrWJXMOBTjcAALmg4CEAAMgA83kBAMgVBQ8BAMAI6HQDADDaEe/IVPYhAABIierl8E3lRj2mpbS0lOrlhpCrPWRqD5naRK72kKlN5BpsVC9H4PT19RV7FeABcrWHTO0hU5vI1R4ytYlc7aOQGnxBR7lXrFhB9XJjyNUeMrWHTG0iV3vI1CZyDQc63QAAAAAAeIRONwAAAAAAHqHTDd/QImqwh1ztIVN7yNQmcrWHTG0iV/uoXg4AAIbX0yPS3SbS1ytSHhGpqoudKg0AgBDr7OyU2tpa6ejokJqamrT3Y2gRvjldQldXl7uEHeRqD5mGMNOudpHVS0U2rBbZvE5kw6rYdV0O36Kt2kOmNpFrONDphm8qN7a0tFC93BhytYdMQ5apjnC3rhDpTzqlo17X5Xo7fIm2ag+Z2kSu4UCnGwAApKZTypM73HG6XG8HAADDotMNAABS02O4R3M7AACg0w1/KCkpkUgk4i5hB7naQ6Yhy7S8YvgHj3Q7ioa2ag+Z2kSu4UD1cgAA/KyYlcP1d2vRtFRTzMvKRZrmFq+KORXVAQBFRvVyBK5yY3t7O9XLjSFXe8i0wApQOXzYTLVD3bB7rIOdSK/r8mJ1uKmoPiLaqj1kahO5hgPHdMM3lRtbW1upXm4MudpDpgVUoMrhI2ZaXRcb0Z7SJDJhWuxSr+vyYqCiekZoq/aQqU3kGg5JX10DAIDAVA6PTC3MuuiIdqF+V5D2CwAA1jrdHR0d8sgjj8g777wjU6ZMkdNOO0322GOPYq8WAAD5R+Vw9gsAwITATC9/4YUX5IADDpCXX35Zpk2bJkuXLpV9991XHnvssWKvGvJUubGqqorq5caQqz1kWkAFqhweuEypqG4zV4yITG0i13AITPXylpYWqampcT9xF110kTzzzDOybNmyvFaXAwCg6PxcObyY2C8AAJ8wV728sbFxyIbss88+rvgLbBSR2LRpE4XUjCFXe8i0gApUOTxwmfq1orrPBC5XjIhMbSLXcAjUMd2J+vr65L777pP58+envc+OHTvcT+I3Eaq/v9/9xKd0lJaWuhd84qB/uuW6TG9Ltzz+vInLVfIfvXTLy8rK3PMmLo+vS7rlma67n7dJf8eGDRvcN0VWtinXdbe0TSPlGsRtGmm59W3S917NVL8EraioMLFNvs6puk52Nu4j0YHzdFdISVW9lFZW5m2bEjPV9Q5ETlW1UtI0V/q3fDCwX2RcndsvkrQuYX3tJeZaXl5uYpss5pTNNsX/psbbqoVtsphTttuUnKuFbbKY085htsl0p3vhwoWyYsUKV1gtnUWLFsl11103ZPn7778v1dXV7v/aGdBjxNevX++mBcRNmjTJ/axZs0a6u7sHljc0NEhdXZ2sXLlSehJO16Ij8fqc+tyJO3/33Xd3f+ySp8Dvvffe7g+ibkNieLNnz3a/T6fTx0UiEVcwTtcvcWRfj9WaOXOmbN682X2bHRfEbdLn1+1Yu3atzJo1y8Q2Wcwp222K56o/U6dONbFNFnPKZpu2b9/unu9vf/ubNDU1mdgm3+fU1jZ4m6IVMqmyMm/bpFnGM9V1D1ROH2xJ2KYOXnsJOa1evXog18rKStqTkfeIxLZqZZtC816eZpv0s29irha2yWJOa9Js06pVq8TUMd2JrrjiCrn99ttlyZIlcuihh2Y10h3fyfGp6nxT449vn/R36JuNNiYdPeMbNRvfEo6UaxC3aaTl1rdJ/9hppnvttRcj3UZee729vQOZBmak20h78nKbEnNlpNvGa08z1U5IvK1a2KagtCcvtyk5VwvbZDGnnWnWvb29Xerr60c8pjtwne6rrrpKbr31Vtfh/tjHPpbVYymk5l/6QtZvlnQ0NN6gik6/iRuY0hkRqaor/rGCflynoOWKUSFTe8jUJnK1h0xtItdgy7R/GahO9ze+8Q255ZZb5Omnn5bDDjss68fT6UbGutpFWlcMrhocL9JTXVecHenHdQIAAABCqtNa9fJHH31UbrrpJndu7nvvvVcuvPDCgZ9t27YVe/WQh2/51q1bl3ExAs9Hk5M7t0qv6/KEY1FCvU5ByxV5Qab2kKlN5GoPmdpEruEQmEJqenqwH/3oRylv03n8CDadcKHfEE2ZMqXYqxKbvp3qvLhKl+vtkamsU9ByRV6QqT1kahO52kOmNpFrOASm060j3PoDeE6Plx7N7WFZJwAAAAB2Ot1Awej5XkdzuxeG+52lZSI7topsbAlEcbWiFpQLWCE6AAlovwCAgKLTDV/Qkvt6Djy9LLqqepGytamnmGvhMr3dL+ukZRA3rBapmypSvuucgmVrfFNczZNcUxaUy2Cbc30c/NtWEZ5Mab82c0VWyNQmcg2HwBRSg216Oin9cOCL00rpyKd2xLSDnSheKbwYI6Op1klHuD9YE+swlpf7srha3nPNtaBcQAvR+ZGv2irCkSnt12auyBqZ2kSu4cA7MXxTubG5udk/Va61I9s0V2RKk8iEabFLvV7MEdHkdRpbHRvhrqxKX/DNWq6ZFLnL5+Pg/7YK+5nSfm3miqyRqU3kGg5ML4dvKjd2d3e7S9/Q0eVCVynPZp3cMdy7ppT7tLha3nPNtaAchehst1XYzpT2azNXZI1MbSLXcGCkGwgqPxZ88+s2h3FfAZlO3W7fINLdKdK+0Z+HWtB+AQABR6cbCCpXXC3NZJViFXzz6zaHcV8BmRQnW71UZEOzyLYtsaKMel2X+wntFwAQcHS64ZsiEg0NDRR8CXrBN69zzXWbA7CvgoK2akRCcbLSEpGG8ZXu0pfFBWm/OaGt2kOmNpFrOJREQ3SwT2dnp9TW1kpHR4fU1NQUe3UAD85dWxEbFbLeicx1m8O4r4BU2tbHRrbT0YKN9T6raUH7BQAEtH/JSDd8U7lx+fLlVFnNhXYa9cPx5MbYpY86kZ7lmus2+3hfBQVt1YiE4mQ7o1FZ3tbtLlPd7hu036zQVu0hU5vINRzodMMXdMJFT08PVVaNIVd7yNSIhOJk2tfu6et3l6luRzDRVu0hU5vINRw4ZRiA4Bk0zTQiUlXHqDWQdXGytanPX09xQQAA8opON4Bg0crKuwpADShbEyuIVl1XzDUDgiNenEzb0s6EqeQUFwQAIO/odMM3lRsbGxupXm5M3nNNqLg8SLzictNcRrw9Rls1RL+kaporpV2bpbGqS0qrq0WqJ9CGjKCt2kOmNpFrONDphi+UlJRItX7ggyl5z1WnlKeaDqt0ud4e8VnFZWNoq8ZEIlIyocH1tWELbdUeMrWJXMOBQmrwhf7+fnnvvffcJezIe64jVVT2Y8VlY2ir9pCpTeRqD5naRK7hwEg3fCMvp5WiwJbv5PV0YSNVVPZbxWWjr8e8nwIORUemNpGrPWRqE7naR6cbdlBgy74gVVzm9QgAAACml8OMkQps6e2wU3FZO9iJ/FZxmdcjAAAAdimJ6hnZQ6Kzs1Nqa2ulo6NDampqir06SKAvw56eHoloUZ+Skuz3Tdt6kQ2r098+pUmkngJbgcs1o2nbFbERbr90uI2/Hj3LFEVDpjaRqz1kahO5hqN/yfRy+EZ5+ShejhTYsplrOtrB9nOVcuOvR08yRVGRqU3kag+Z2kSu9lG9HL4pILFs2bLcC0kErcBWSIw616Ay/HoMbaaGkalN5GoPmdpEruFApxuGCmylGX3zW4Et2FfM16NOvdfp7RtbRNo2UM8AAACgyJgjCFsFtpKLqfmtwBbCoVivRyqmAwAA+A6dbthRXSfSNNffBbYQHoV+PY5UMV3XhbYAAABQcFQvh28qN+oxLaWlpVRENoRc7VVMJ1N7yNQmcrWHTG0i13BUL+eYbvhGX1/SCB1MIFd7FdPJ1B4ytYlc7SFTm8jVPjrd8AUd5V6xYkVhKiJTaKowenpk5+ZWWfHXv8jOzesp6GWkYnpB2yoKgkxtIld7yNQmcg0HjulGuFBoqrD7ubdXZNuW2LTntnWxImJ6rDM8qpi+dugx3YoK/gAAAEXDSDfCY6RCU3o72M9Br5iefKoyKvgDAAAUFSPd8A0touYprSKdahRQ6XK9PTL6QlOhl7SfS0tL2M/GKqZ73lZRcGRqE7naQ6Y2kat9VC9HeGxsEdm8Lv3tE6aJTG4s5BrZxH4GAABACHRSvRxBO11CV1eXuwx6oanQS9iPLteevsG5sp8DrSBtFQVFpjaRqz1kahO5hgNzBOGbyo0tLS3eVkR2habSHFFBoSlP9vPOqEhLx1Z3yX62oSBtFQVFpjaRqz1kahO5hgOdboQHhabYzwAAAECBUUgN4VKgQlOhF9/PWz4Q2dosMmWmyPiJ7GcAAACEDp1u+EJJSYlEIhF36TntYFOlvCD7uaR+qkQ6trlLoeK1CQVtqygIMrWJXO0hU5vINRyoXg4AAAAAQJaoXo7AVW5sb2+nIrIx5GoPmdpDpjaRqz1kahO5hgOF1OCbyo2tra1URDaGXO0hU3vI1CZytYdMbSLXcKDTDQAAAACAR+h0AwAAAADgETrd8E3lxqqqKioiG0Ou9pCpPWRqE7naQ6Y2kWs4UL0cAAAAAIAsUb0cgSsisWnTJgqpGUOu9pCpPWRqE7naQ6Y2kWs4ML0cvjldgna69RJ2kKs9ZGoPmdpErvaQqU3kGg50ugEAAAAA8AidbgAAAAAAPEKnG76p3FhbW0v1cmPI1R4ytYdMbSJXe8jUJnINB6qXAwAAAACQJaqXI3CVG9etW0f1cmPI1R4ytYdMbSJXe8jUJnINB6aXwzeVGzs6Oqhebgy52kOm9pCpTeRqD5naRK7hQKcbAAAAAACPlEuIxM8BrXPv4S/9/f3S1dXlsikrKyv26iBPyNUeMrWHTG0iV3vI1CZyDbZ4vzLez0wnVJ3uLVu2uMuZM2cWe1UAAAAAAEb6mXompnRCVb1cCxWsXbtWxo8fz6mpfPgtkX4Z0tzcLDU1NcVeHeQJudpDpvaQqU3kag+Z2kSuwaZdae1wT58+XUpL0x+5HaqRbt0RjY2NxV4NDEM73HS67SFXe8jUHjK1iVztIVObyDW4hhvhjqOQGgAAAAAAHqHTDQAAAACAR+h0wxfGjBkj1157rbuEHeRqD5naQ6Y2kas9ZGoTuYZDqAqpAQAAAABQSIx0AwAAAADgETrdAAAAAAB4hE43AAAAAAAeodONgjnvvPPcedKTf44++uiB+zzxxBMp77Nx40aS8onf/e53csYZZ8jMmTPl7rvvTnmfP/7xj/LJT35S9txzTzn22GPlt7/9bU73QWG0trbKjTfeKPvss48cfvjhQ27X0h8///nP5dOf/rTMmTNH5s+fLz/+8Y/d8kR77bXXkLZ7++23E2MR9Pf3yy9/+Us54YQTXA6p2pdmnpxXqvz1efR9WvPV18Bf/vKXAm0Fkr3//vty+eWXu/fNf/zHfxxy+6233pryb6i+X7e3tw+091T3efrpp9nhRfDGG2/IueeeK/vtt58ceuihcuWVVw5klUj/3n7sYx+Tvffe22W/cuXKnO4D73V1dcm3v/1tOeaYY9zf1VNOOcV95sn2Pi+++GLKtvruu+8SYwCVF3sFEB4333yz/Nu//dvA9Z6eHvnoRz8q8+bNG1i2detW2bJliyxdunTQYydOnFjQdUVq9913n9xzzz1y4YUXyjPPPOOySvbWW2/JcccdJ1/72tfcH5Rf/OIXcuKJJ8rzzz/vPlBkeh8UjnaiTz31VPfH/6mnnhpy+/333y+/+tWv5IILLnAf5l599VW56KKLZO3atfKv//qvA/draWlxnWz9EiWurq6uYNuBD91www3y+uuvyxe/+EX34Xvbtm1Ddo9+sNc8H3jggYFl5eWDPxYsWbJETjvtNNdOP/7xj8sPf/hD93p588033Yc/FI5++axfougX2NpBS/Vl9Nlnny2f+cxnBi07/fTTpbS0dKAt9vX1yZo1a+T3v/+967zHTZo0qQBbgUSa4TnnnCP/8i//Ipdeeqls3rzZ/f9///d/3Y/mpu666y739/LOO++UuXPnynXXXefaoX5Wqqqqyvg+KIxLLrnEfW7V9+HJkye791jN4rnnnhv4YjOT++zYscO1Vf3ypKysbOD5GxoaiDKItHo5UAw/+9nPdJgs+tZbbw0se+SRR6K1tbUE4lN9fX0D/584cWL0e9/73pD7fOlLX4oefPDBg5Ydc8wx0VNOOSWr+6Dwud5www3RWbNmpb090dVXXz3kvmPGjIkuXrzYwzVFpuKZtbW1uffZVLlcdtll0U9+8pPDPs9RRx0VPfPMMweu79y5Mzpz5szo17/+dcIosP7+frf/1TnnnBM99thjR3zMihUroiUlJdF77rlnYFlzc7N7Tbz99tueri+yyzTuj3/8o8vnzTffdNf19qampugVV1wxcJ/Ozs5oZWVl9Ic//GHG90HhpPqbedBBB0UvuOCCrO7zu9/9zr0Went7PVxbFArTy1E0Og3qyCOPdNNqEnV3d8v+++/vvsnXERodFYU/JH7Tmo5+S3v88ccPWqajM3/4wx+yug/8k2uq23t7e6WiomLIch2t0WnIOpMhcQQV/mur6pVXXnGHDBxyyCFulCxx9FRnI+n0xsS2WlJSIn//939PWy0CHfXU/Z8NnZk0fvx4d0hQss997nMye/Zs+Yd/+AemlvsoU31vVfH3Vx3lXL169aB2qJkeccQRA+0wk/ugcDL5m5nN31V9f953333drKM//elPHqwxCoFON4pC/zjo9OTzzz9/0HKd2qgf2vWDgv7om89BBx00ZLo5/EunGCdPfZo6dap88MEHbqpUpveBf+kHPJ1G/k//9E+Dluv04+9///uyePFiN1394osvdlMc4U/19fVy7bXXuuP1v/Wtb8lrr73mjgfVYw3V+vXr3VTkVG1VpzzC33bu3Cn33nuvfP7zn5dx48YNmXKux39r9jqVVTveDz30UNHWFR/WYrjmmmvk4IMPdl+IxP9equHaYSb3QfH893//t/z1r3+Vs846K6v76JcyX/3qV93f2wcffNDlq+/Rycd+Ixg4phtFEf/2Xf/wJzr55JPls5/97KBjiPVNaNGiRe4NB8H4oJd8XGj8m1v9QJHpfeBP+sXISSed5L4MSzyeO14IMT5qozNY9Djiq6++Wq666iqJRCJFWmOko9nE89JjQA844ACZNWuW66gtWLDAtVOVqq3STv3vN7/5jfuCO/nL7RkzZsjDDz88cF1nlWnHTL+A0Q46ikdrZejsPu1UxdtmJu2QtupfmqXWYdAvoHXmQTb3OeqoowYVG9a/u1pE7frrr09ZfwX+xkg3Ck4rHmun+wtf+IKMHTt20G3J06z0un6r9/bbbxd4LZErLQiyadOmQcv0uhZyiY+2ZHIf+I8W+dHpizpCqqPZydPgktvvYYcd5qYoa8Vl+E9yXlrURwurxd9vtbCW3idVW9U2DP8fwqUjpgceeOCg5ammqGtbXb58OTONiki/6NKZBzoLUNthXLytDdcOM7kPCu/ll192RWIXLlzoZjBke590bZXPxMFEpxsFp39QVq1aNeTb93T0g8CECRM8Xy/kh1Yff+GFFwYt0yqsiVXqM7kP/KWtrc11uPVLkSeffFKqq6szartKO+nwPz2esLm5eeD9Vr8E0+MIU7VVzjLg/xkpeqq3bP7OaptmRkpxaIdLpxfr5yOdcZJIp5lr5fnEdqiHfbz00ksD7TCT+6Cw/u///s+dFlXP9qKzNXO9TzI+EwdYwUq2AbucccYZ0Xnz5qXcH9/85jejr7/+uqvEqZUdf/CDH7jKjT/96U/Zfz6Trnr5kiVLouXl5dFf/OIX7vrTTz8djUQirjJ9NvdB4aWrXt7e3h495JBDokcccUR0y5YtKR+rWT744IPRrVu3uut/+tOfXDXdk046yfP1RnrDVS+/6KKLoqtXr3b/11zPO+88V+34nXfeGbjPrbfeGh0/fnz0pZdecu/Ld911V7S0tDT66quvstuLaKTq5d/97nejVVVVroJ1sjvuuCP6xBNPRHt6etz13/zmN9GamproJZdc4uk6IzXd7/r3VD/7pHP55ZdHp0+fHl22bJn7bHTttddGx40bF21pacnqPigMfX/UM/EkVpPP5T6LFi2Kvvjii67Kvf488MAD0bKysugtt9zi0ZrDS3S6UVCbNm1ypxXSP/qpPPfcc9HDDz/cfQDQD39777139KGHHiIln1i6dGl0xowZ7kc/eOsfDP3/l7/85UH301OU1NfXuw99+oH95ptvHvJcmdwHhXHaaae5HLXd6R/0eMZ6aiH1ne98x3XcJk2aNHBb/Cd+2pP169dHzz//fPeaiP8sXLgw2tHRQYxF8Pjjj7t89EO4Zqcf6vW6frESd++997r3WM1K35f1vVdPV5Tq9HD64V3b6pQpU3hPLiL98ktz1Dw0M/1/qi/K9ttvv+i5556b8jm0U3bqqae6993q6mqX6fXXXz/QCUfhvPvuu659ag7J761PPfXUwP127Njh/s7ql9Oa/W677ea+LEmUyX1QGMcff7zLNTnTs846K6v7vPLKK9FPfOITrq2OHTvWtfXbbruNGAOqRP8p9mg7wkMrU+spabQCY3JRkERbt251x7IkH/ON4k8/1YrGyTQnPR40kRZ40WOAdWpxuqwzuQ+8p20yVdX4adOmudOaaDXr9vb2lI9tbGwcdF0L+nR0dDClvMi0iJ1OMU6mBSxra2sHLevs7HSHDQzXBvXYfM1V27lW1EVxtLa2umnDifRvpRZHi9OPdVoYTd9X9RCBdPR59G9tTU2Np+sMGTYDzTQVralQWVk5aNn27dvd+7G2w3Snj8vkPvCWHkuvOSTTPDXXTO8Tp/fTv63UvAk2Ot0AAAAAAHiEr6sBAAAAAPAInW4AAAAAADxCpxsAAAAAAI/Q6QYAAAAAwCN0ugEAAAAA8AidbgAAAAAAPEKnGwAAAAAAj9DpBgCgiL74xS9KY2OjLzP46le/KkcccUQotjVXX/rSl+T4448v9moAAHyMTjcAwLSPfvSjUlJSMvAzduxYmTt3rtx4443S09NTkHU466yzZLfddpMgeeutt+SOO+6QG264YdDySy65xO3H0tJSWbly5ZDH9ff3y4wZM9x9jjzySCmWQu3zb37zm/Lcc8/J4sWLPf9dAIBgotMNADBvzz33lGg06n6am5vlnHPOkWuuuUYuuOCCYq+a3HvvvdLS0iJ+861vfUtmz54tn/jEJ1LePm7cOLnvvvuGLF+yZImsXbvW3R6UbR2N3XffXT71qU/JTTfdVOxVAQD4FJ1uAECoTJo0SS6//HI56qij5P7775eOjo5ir5LvtLW1yc9+9jM5++yz097n1FNPdZ1u/SIj0T333OOmpE+bNk3C4gtf+IK89NJL8uc//7nYqwIA8CE63QCAUNp7771l586dblQ27pBDDpHjjjtuyH2vvPJKN1060Wc/+1n5yEc+Ips2bZLTTz9dxo8f7zr0F198sezYsWPgfocddpjrwK5atWrQNPft27enPc45/tzr1q2Tz3zmM+65Z82a5UaKlY4W631qamqkoaFBFi1alHIbX375ZTnppJNkwoQJUllZKfvvv3/K0elkzzzzjFu/dKPc8fVesWKF/OEPfxhYtnnzZvnVr37ljnNO95h02zrSfswmn5H2eab75s0333Trp/u4qqrKHarw/e9/f8hhCfH9xBRzAEAqdLoBAKH07rvvSllZmUyfPj3n5+jr63PFxhYsWOA67z/60Y/krrvuGtQJ1hHQM88803Wa41Pc9Uc7eiM998KFC+Wqq66SNWvWuN9z7rnnuunbX/nKV+TrX/+663zr5dVXXy2PP/74oMc/9dRTbjRfO7CvvPKKrF+/3h2PrVPq//M//3PY3/38889LeXm562Smc9BBB7mOavyLAPWTn/zE7dMzzjgjg72X3X7Mxkj7PJN9s3XrVlcgTY9df/HFF+WDDz6QBx980HXk9RjuRNpx10MYEr+AAAAgjk43ACBUdERVO3MvvPCCXHjhhVJbW5vzc73//vuuo3jMMce4EVodqdWRUS1ANlr63NoRPPzww92Itnaum5qa3LTuK664wk3h1uWXXXaZ7LHHHnL33XcPPFZH8HXbDj74YDfdWzuEup3aaf/a174m1157retUprN69WrXkYxEIsOuo45c/8///I90d3e76/q7Pve5z7l94Zf9mCzTffP222+7zvh5553njtvWDvt+++0n3/3ud1NWK9fp9NohBwAgGZ1uAIB52qmLTzGePHmyGxnWDtZ//dd/jep5tYOoI6aJtGOm08K3bds2qufWDnXi6bp03efMmeNGbLVzmkinZy9fvnzQtGjtAJ522mlDpsXr9OzOzk55/fXX0/7u9vb2jDrOeiyzTgHXjvcbb7whr732Wtqp5cXaj8ky3Tf6RYaul05df+SRR9xx7iPlpfsNAIBkdLoBAKGpXq6jnDqKq53F2267zU3VzkRysbC4VMXCtPOlRlugTY8jTqadwHTLEzt8ra2t7lILxuk0cZ3yrT86VfqEE05wt+l06XTq6upc53Mk+gXGiSee6KaY66ixnqJr/vz5kq3R7sd0+aSS6b6pr6+Xp59+WqZMmSKf//znZeLEiW5K/fe+9z3p7e0d8ry6v/QxAAAko9MNAAgNHdmcOXOm6yTus88+7tRhiZ1VnWa8ZcuWIY/TY6rTPZ+X65rr79RjldWtt97qjpfWc2frj37pED++WQu0paPHQmtRtEzOY65TzPUYZ+106/7MZZ9k+phs8xntvtGp/VpUTl8jv/3tb10ht0svvVSuu+66Ic+ro/K63wAASEanGwAQOjqy+e1vf1s2bNjgzkedOCK+bNmyQZ1Nnd787LPPjur3aeXr5ErcXtICaFol/OGHH87p8UceeaTriGZyCiytAK4dWR3p1U63l7LJJ90+z2Xf6DnHP/7xj7tjzHWKf3LBNP2CQg9hSJ4iDwCAotMNAAglLYalx0brKaDiU47PP/98d+yuHserl3/7299cga1DDz10VL9Lj0/WDr5W1dYR1UJ8qaAdRK1CrufaXrp0qeucrly5Un76058OOSY82bHHHitjx47N6MuGiooKt226XVpwzEvZ5JNun2e6b5544gn3JYJ2sLVTrcXi9Nh1PU2adsATxffTpz/9aU+3HwAQTHS6AQCh9e///u+uUvWNN97ors+bN8+dquqxxx5zx07raaf0fNFaqGw09FRUWpH7U5/6lOv0JZ8z2gt6rLV2OHW0V88jrcdpa2f617/+tRvlH44em6zb/sADD4ifZJPPcPs8k32jX8roj1Yz13O666nlbrrpJne7LkukpxLTc4MPd4o1AEB4lUSzqT4CAABC4Z133pG/+7u/c8XEtGOK1HSEfPbs2fLoo48y0g0ASIlONwAASEnPna2nz9JzmiM1nd6uFfG14BoAAKnQ6QYAAAAAwCMc0w0AAAAAgEfodAMAAAAA4BE63QAAAAAAeIRONwAAAAAAHqHTDQAAAACAR+h0AwAAAADgETrdAAAAAAB4hE43AAAAAAAeodMNAAAAAIBH6HQDAAAAAOAROt0AAAAAAIg3/h/iPHFmOk+EP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ata:image/png;base64,iVBORw0KGgoAAAANSUhEUgAAA90AAAJOCAYAAACqS2TfAAAAOnRFWHRTb2Z0d2FyZQBNYXRwbG90bGliIHZlcnNpb24zLjExLjAsIGh0dHBzOi8vbWF0cGxvdGxpYi5vcmcvlcelbwAAAAlwSFlzAAAPYQAAD2EBqD+naQABAABJREFUeJzsvQd8ZNlV53+qSlnqVuecZ7onZ48DzoFok2wwrAEDa4PJsMQF/rBEhzUGe5dg1hgbMODFYOLCGgy212k8Hk/w5Onu6Zyj1C2plar+n++991TdenolVUlVUlXp/D4ffSS9eu++c++579U995zzO5lCoVAQg8FgMBgMBoPBYDAYDHVHtv5NGgwGg8FgMBgMBoPBYDCj22AwGAwGg8FgMBgMhgbCPN0Gg8FgMBgMBoPBYDA0CGZ0GwwGg8FgMBgMBoPB0CCY0W0wGAwGg8FgMBgMBkODYEa3wWAwGAwGg8FgMBgMDYIZ3QaDwWAwGAwGg8FgMDQIZnQbDAaDwWAwGAwGg8HQIJjRbTAYDAaDwWAwGAwGQ4PQ0aiGDQaDoZF49NFHZWhoqPh/f3+/3HXXXann3nfffTI1NVX8f8OGDbJv375FVdAXvvAFmZycdH9ff/31smnTpkUbG5DJZKSvr0+2b98u69atk1bCYo7dcsP58+flqaeeKpsnL3zhC5dUpnbGiRMn5NChQ8X/n/vc50pXV1fqZ+A5z3mO9PT0zGhn//79cubMmeL/uVxOXvCCF1S8Tzablc7OTlmxYoVs3rxZBgcHa5JT50Z3d7esXbtWdu7c6dpcSN8VtLl+/XrXJvdYTBw4cEBOnz7t/l69erXccssti3p/g8GwjFAwGAyGFsQLX/jCAq8w/eno6CgcPXp0xnlf+MIXys7j5zu+4zsWXd61a9cW7/8Hf/AHizo2yZ9bbrml8JGPfKTQDNi/f3/h05/+tPt5/PHHl3zslht+7Md+bMb8QBeGxuCd73xn2VgfO3as4meV5vvk5GRh+/btZef19/fPep/kz9atW53un3322arkTP4MDg4Wvv/7v79w4cKFefc9+bNu3brCz//8zxfGx8cL9cDFixeL75ZKc/pNb3pT8f5f/dVfXZf7GgwGQxosvNxgMLQF8GT//u///ozjv/M7vyPLGQMDA85zeffddxc9Zo8//rh867d+q/zd3/3dUosnb3/72+XFL36x+/nZn/3ZpRZn2T0zf/mXfznj+J/+6Z8uiTyGmfgf/+N/zDj2N3/zN3Ls2LGahuvee++V5z//+S7SRb3OtH3bbbfJ//7f/7uq63mP3HDDDe5/Imn+1//6X/LqV78a5828VEebeOfxcmvUxdve9jZ5y1veIvXAZz/72eK7hZ842slgMBgWG2Z0GwyGtsH73vc+GRsbK/7PwvKv//qvpRnAgpdFKz+Edy4WWCR/5jOfkS996UvyxBNPuPBSxTvf+U5pBSzV2LU7/uVf/kXOnTs34/hHPvIRuXbt2pLIZCjHk08+Kf/2b/9Wduzd7353zcP00Y9+VD7/+c/L0aNH5aGHHpJ77rnHHR8ZGZHv+I7vmHGPtOt5j5CK8FM/9VNlqTv333//vNRGm5/73OfcBsIrX/nK4vE/+ZM/kbNnz8piYO/evcV3y6233roo9zQYDMsTltNtMBhaHmvWrJGLFy/KhQsX5M///M/lzW9+szv+u7/7u0Xvhp4zF8iTxFjHe7N169YZ+cMsUlm0zpZz+eUvf1mGh4fd39u2bZNdu3bJL/3SL5XlJVcCRtDx48cln8+768ifrBd2794tr3rVq+Rv//Zviwv6GPQZ75Di5ptvduOmYHE9MTHh/r7uuuvKDOC0vOvx8XG3SMfQpy9xDiieMnLP47zUS5cuuYV97Akj33O2sYvz9fW+tE2uJmO/cePGsvOffvpp1xaLbdqeDQvRxXzniQLjiLHhGvRGxEK98Wd/9mfFv1/0ohfJF7/4Raezy5cvyz/+4z+6aAjFAw88UDTE9+zZI1u2bClri3E6fPiw+7u3t7do1CnYDDt48KCMjo46ToW4r3Pl2DIv0RvPN3OCcTly5EjxGvKAuSfPa1LfSTBXdN7feOONLs+ZttRzzFy94447Uq+ttg/1AP2h34z5e97zHvnKr/zK4jPInK/lnZbEnXfeKR//+Medlxu9TU9Py4/8yI+4TTlyw+fCa1/7WnnXu95V/J887ec973kyX/AcvvGNb5R///d/d//Tb94bjLEC/dSiczYY6E8M3m3aP53Dr3vd64ocBsy3avK9Oc5c4H2DDI2YawaDoQ2RGnRuMBgMTY44b/mNb3xjYfPmze7v2267zX0+OjpazAV+znOeU3jlK185a073n/zJnxRuvvnmGXmGN954Y+EDH/hA8TzyDTds2FD8nOtiXLlypdDX11f8/P/8n/9TVV7yhz/84cLtt99edu9MJuP6+bnPfW7eY3PPPfeUffbd3/3dxc+2bNlS9tnY2FjZ/f/u7/6u7PONGzcWP/uf//N/ln2W7N+f/umflh1DPzoW4N/+7d9mze/k59ChQ3OOHbml8WdvfetbCz09Pe7/bDZb+N7v/d7CtWvXCg888ECZfjnnbW97W+r41UMX850n73vf+wrbtm1LnYe//Mu/XBgaGirUA5cvXy6OEz8f/OAHC9/wDd9Q/P81r3lN2fnf8z3fU/zsm7/5m2e09/Vf//XFz7/v+76vePyxxx5z7XZ2dpb1h5zk3//9358zx5bxvu6668pyoH/913+94py54YYbCh/60IdS+/xnf/ZnhfXr1xfPRT8f/ehHCz/3cz9X8XmZTx/qkdPNnNexYO7BfQC+/du/3R3L5XKFn/7pn646pzu+j+Id73hH2Tmf+tSnqrr+7//+78s++/jHP77gvv/t3/5t2Wf3339/2bW16pzxmO3d8ju/8ztz5nQnP2Me3HXXXcVjzIdf/MVfrOtcMxgM7Qszug0GQ0siNixZHMWLsk984hOF9773vcX/WZDNZnT/1E/9VNmCbNeuXWULfX5+4id+ong+ZD96/OUvf3lZW+9///vL2pmenp7TcIzb42fv3r3uJyaJiw3WWsYmubBjA6KS8ZQ0ullcz8foftnLXuYWpLfeemuht7e3eHzFihWFkydPuvO/+MUvOjnjNlevXu2O6c+pU6dqMrqf97znucU2BjNGiR5/wxveUFi1apUz/Pfs2VPWx3/6p39qmC5qnSef/OQnZxgTLPKRXY8xbvXAH/7hHxbb7OrqckY4hkLcz7Nnz6YSEqLbc+fOFT87c+aMO18//9KXvuSO05/YsMcIufPOO9399NgP/dAPVTR0brrpJqdfCLae//znuzmBTGxgxPPk3nvvLZtH/Pz5n/95Wbt/+Zd/WfY5cw1CQWR5wQteUPF5mU8f6mV0P/roo8X/f/zHf7xw/Pjx4jh/y7d8i3sGF2J0f/7zny875+1vf3vF6zEYISNjIy7evNq3b58jdlto33/jN36jeHzlypVuUypGrTr/yq/8yhmbqPH1f/VXf1WT0c1cQfd8L2zatKms3aTBP9+5ZjAY2htmdBsMhrYwulmM6+L4m77pm4oLLgytiYmJikb3fffdV7ZA+s3f/M3iZ+9617vKPvvsZz/rjuOBxYuqXqjDhw8Xr3nxi19cPB+vq6KS4YgRFd8DL6vit37rt4rH6QdGca1jg+HGYvlf//Vf3cI9Xtg+8sgjsxrd//iP/zgvoxsD4OGHH3bHn3nmmTIPYRw1kFzYvvrVr07tT7VGN4tiZbD/tV/7tbK+fO3Xfq0zDqampso2HvD8N0oXtc6TX/mVXyke+4Vf+IWytp5++unC//f//X9uPOuBF73oRTO82sPDw4Xu7u7i8fe85z1l19x9992pn8XPyXOf+1x3jLFmMyGORuE5BMy72MuPYZs2H/j52Z/92eLG1WzI5/NuzPQ6nn8FssDWrZ8x9iMjI+4zNuhUR0lDaL59qJfRDV7xilcUn9cf/uEfLn7OM71Qoxvm8vicn/zJn6x4fdoPnn6NRplP3zHk8a4TLRBvLL373e+uqr3ZdA54f8X3S9scqNbo5od3ACByhnmux7/xG79xwXPNYDC0P4xIzWAwtAVgwH3DG97g/oaVW/P5fuiHfsjl0lXCX/3VXxX/Jm8vZtD+8R//8bJ8QT2XXM6v+ZqvcX+zeQnxD3j22WeLOcnU3n3Tm940p9wf/vCHi3/TLjmKtMEPuZeKU6dOySc/+UmpFeTCwtz7VV/1VS43FMBkTl7o7bffLo3Ad37ndxZzFcmdpv6ugjFqFNC/sjOTQx0D8qeOjg6X0wkxW5o89dZFrfOE+8VkZhDd/cM//IPLbyV/9Nd//dfdeC4U5ODGufuvf/3rizmmX/3VX12RxfwHfuAHin9/8IMfLP6t/QI/+IM/6H4zvzTHG3zt136ty/un3+Sxx6RVaQzqgGfvN3/zNyvWgyZvHiZ+7kV/VPeA5//q1avub3Lr4WlQ/OIv/qKrWQ9e9rKXuWcjDfXow0LxEz/xE+439/u93/s99zf58uTgLxTk78eYLT9Z2cvvuuuuIhcCucmvec1rinnPtYLc8Je+9KXuHQ2PwMqVK907lvduJVSr83oD/or/8l/+i/ub/r/kJS9JfYfMd64ZDIb2hxGpGQyGtgEL1D/+4z8u/g8JVWwopCFeVENYhWGmwECDMEzJvuJzMS7++Z//uWh0QPbFby2fw4IyJgKazQCKZcFArgRInGoFBFwYwCdPnize68EHH3QG3R/90R9VNGgWAkiDKi3mlYitEYAcKe2eSQK2eBMmlqcRuqhlnnz7t3+7K+MEwdz+/fvLNoAGBwflP/2n/+QIrHQRP19gTOv9IaSCIE43AdAdhj5QxnsI9XRT42d+5mccUR3GBURwkHDxWzetvu3bvm3GWAJkr3UskSV+HmOSrJ/7uZ9zRhckd5UAMR/zP1lea9++fTP+/7//9//OuL4efVgoMGqZu5B3JQ3xhYLNnErPTxrTOGR/Oi5sakHihgH8C7/wC2Xv3WqBIQ+pIfOdecTGwq/8yq/IV3zFV5RtQM1H5/UGcyR+V1Z6p813rhkMhvaHGd0Gg6FtABvvy1/+cvnEJz5RNBLWrVs36zWxAYMXJYnYcxKf+3Vf93XOgwsbLZ6OT33qU2Vs0Orxmwtxm6tWrSoy5KZhPkzmWjIMYLD99E//tPv7Ax/4gPuMhWwlxHVtWejCHl0NkizdjTDs04DXuBJipvJKi/ZG6KKWeYKxAIM4Bg6edKIUMOZgmMbQfe973+s2gmDlB7THZooa5cz/avChD32o+DfGN7WWZzPQqaUO+vv75bu+67uK92cOxTWav+d7vqdojCQ3BqjHXGkeVPLeJ+eRRhngLdTnEp2jJ+535cqV4gYAwJBL24CBfTxGJe9oPfqwULAp8qM/+qNF7y/s/BqZsFDE9bmZV9V6Ydmc5D1LvXCg79taoYY8Gzh4gTG62eShf7yz6Pt8dV5vVPtOm+9cMxgM7Q8zug0GQ1vh53/+54ueBw0HnA2UulEjBG8SXhwWlYAwwbis1nOf+9yyRdf3f//3u/BBQMkd9YzhGYzDD6u9P4bhxz72MWfcpJWvIoR+ISDEmlJQGH6AcGUMJQ2hZ2HJQlYXinE5L8r5xEZ4vRCXKGpE+7WgEbqoZZ5gWGN441GNvaqEFXNd0sD57d/+7WLIMaG/cbm1SqAucuw11XJJMdhcUS8oJfje+ta3Fo0MIkfU6OazGG95y1vKnhWMJjXKf+3Xfs2Vq0uCkli16J3NiNhweeaZZ4rpC4R4a4pJDFIDYlmY/7qhgpH2H//xH6n3alQfasV//s//2ZX5wytM/2bbXKoWhHHHRjclu9STXQ10swfM5nmuBoSs4+H+yZ/8yeIc/Yu/+AtXP3y+OgfJ8mfoKC1yop6Y71wzGAztDzO6DQZDW4F6tlrTthqw2MSowJvCougbvuEbXAgwRgbHtT40Hqbv/d7vLbuWXFwWi5xDmKVirpD2GN/93d/tPIkY+Bi5eHwwsFgAY9wR5kw4It4gjLKFghxZzQfFs/+2t71N3v3udxc/J0+VWsAAuYgUwJuE0ciCtd7GRVwHHS8v3jM2ATD+yT1fTDRKF9XOEwwrQnUJM0cP5Kti0MFREHvgF4I4TxtjIM1Qx6ghCgLgZcfQf+UrX1m8hrD7T3/6025MFK94xSuK1wBkxyuu92MTgdB0jBJqHBOGi3H1T//0T87jmWbMpiGuDa/edjYu8JDyvFa65pu/+ZvdfXRjDkORzbX3ve99ZTm4MRrVh1rBRsx8vcnxs0XUBMby3//93zujWw1D0k+U72G265n/bMjRX8K9FTo3FgLyutlEYr4BnhdSFXjnzEfnyXcL+K3f+i13He928uJny2GfL+Y71wwGwzLAUjO5GQwGQz3Yy+fCbCXDYCLevXt3RZbenTt3Fh566KHUdl//+teXnQujMeWXamHgfvzxx13pndmYgil1NZ+xSWPI/Zqv+Zri57BVx8zGH/vYx8rKbSnzNnVta6nTHeOOO+4ofkad2hhf/vKXZ9Q/Vtb1atpO1ulWwBQct6flx0DM4k6ZsUbqopZ5QjmmuPRW8odr4prIMZs1Op8LsC5Tvkiv+Zmf+ZmK58al1WDtjvEXf/EXM2T7yEc+MqON0dHRwrd+67fOOpZUHKAcWTVs0gD2eWX0jn8GBgYKv/3bv112LGbWPn36tJtTyet4Pn7gB35gBvv6QvpQT/by2VALe3naD3ONOvZXr16dU85KP5TnY2wX2ncQl3nkh5r1C9E5rPeU6kqT+8knn6y5TneM//bf/lvqu2ohc81gMLQ3zNNtMBhaEjHzdjX5lOS74jUEsUdO28JrgveH8D/1tkDmQ+4iHpdKXhFyLWPvBd4u8muTgDEbhl6Q9NwQZgyZEB5NwrjxKOEd4TxlwCafdD5jkyQ1U2833msFniv1upI7+cADD8gf/uEfupxhSL6+7/u+z3mI8LZpXveWLVuq7h/ho0puRH+SesHbCqkbnjhlVI4Zz2drm3HRvsSfoYM4dDoOyYUwSj9L5m3XWxe1zJNv/MZvdEzQ3BsdHD161HkWCWVnDGGFj9maIfnTflTDRP/www8XSdHA6173uornEhJPKgI4e/asiwLRcF2uI5pE0xAIwf+mb/qmGW3wzPBMwfiNF59nDF3RH54tZIcRPA7h51nWPsXs4Apk+Jd/+Rd5//vf7+YjxFk33XSTi0ggCiPWeZyHS/QEY0o4vqZXwJz9Yz/2Y2URLMlc/fn0YTYQNRHLGHMNxJ9VE9HAM6jnJ/PPk/fBu4vXGIZw5jJjy3yrFFKevD5uh77yLBDdgFe32pDt2fquYfTMOX3W0e+b3/zmeescWXmfQ04IeSR6U+++jtds8222z3bs2FH8LH5XLWSuGQyG9kYGy3uphTAYDAaDwWBoFDDO2NBJGsdsImFcYciB3/iN3yjm3xsMNtcMBkO9YEa3wWAwGAyGtsb58+edcQ1xIKWq8FQTWUEeMeXZAPwFEMiZB9Jgc81gMNQbZnQbDAaDwWBoa0B8R3hzpZJNEF195CMfcQRbBoPNNYPBUG+Y0W0wGAwGg6HtQU4vpajIzyZfvrOz0+Umw1JPTnoyx9hgsLlmMBjqBTO6DQaDwWAwGAwGg8FgaBCyjWrYYDAYDAaDwWAwGAyG5Q4zug0Gg8FgMBgMBoPBYGgQllWdbmqtnjx5UlasWCGZTGapxTEYDAaDwWAwGAwGQ4uC6ttwhmzZskWy2cr+7GVldGNwb9++fanFMBgMBoPBYDAYDAZDm+DYsWOuSkbLGN2XL1+WsbEx2bx5c8Vz2E1gV2HlypU1tY2HWwel1msNBoPBYDAYDAaDwWBQDA8PO6eu2plNb3R//OMfl9/7vd+Tf/mXf5GBgQE5f/78jHOOHz8u3/Vd3yWf/exnXXj4c5/7XPmzP/szV/KjGmhIOQa3Gd3NBTZRRkZGpL+/30L/2wim1/aD6bT9YDptT5he2w+m0/aE6bU9MFfqctMQqX3wgx+U7/zO75Tf+I3fqHjOt3zLt7hY+QsXLsjFixedgfba177WTVZD6+fbs6nCb0P7wPTafjCdth9Mp+0J02v7wXTanjC9Lg80jdH9oQ99SF73utdJR0e68/2BBx6QL3zhC/K2t73Nue8xuPn7oYceks997nOLLq/BYDAYDAaDwWAwGAwtY3TPhfvvv186Ozvl3nvvLR676667nPHNZwaDwWAwGAwGg8FgMDQbmianey6cO3dO1q5dOyNeft26de6zNIyPj7ufONEdTE9Pux9Ae4SsE9oRh6lXOs4xPqt0XNuNj4Nk2HSl47lczrUbH1dZKh2vVvZm7hM/RDno/duhT/OVvZ36NJdeW7FPcx1v9z6pTvndLn1qRz3V2ifVaTv1qZrj7d4n1Ws79Skpy3LqE8fjZ7Ud+tSOeqq1T0m9tkOf2lFP+Vn61FZGNx2bmpqacXxyctINdBoIP//VX/3VGccPHjzoyNrA4OCgY0o/c+aMDA0NlRnz/Jw4ccIRfCk2bdokq1atksOHD8vExETxOBTxtEnb8eDv3r3bPUj79+8vk2Hv3r2uP4cOHSrr4759+9z9yG9WdHV1yZ49e5x8p0+fLh7Hyw9bHvntMfFcK/fp1KlTbdendtRTrX2iKkG79akd9VRLn+hHu/WpHfVUTZ84rjptlz61o57m2yfaa7c+taOequkT36W0pc9qO/SpHfVUa59Y+8Z6bYc+taOeTlTo05EjR6QaZApNxkL27ne/25GpJdnLP/CBD8ib3/xmV06MQQTsijBwXPMDP/ADVXm6dZCVvdx2appj94nf6IcJz/m2o9Yeu4Rz6bUV+zTX8XbvEz/olHcosrRDn9pRT7X0ieOqU2271fvUjnqqtU+xXjm3HfrUjnqqpU/cE2NAn9V26FM76qnWPiX12g59akc95SvIzmbY6tWrizpseU/3S17yEtfZ//iP/5Cv+Zqvccc+8YlPOKOaz9LQ3d3tfpJAMUnvuCoxiVqPV/K613IcBdZyvF6yL2WfeNjOnj3rjLN6ym56Wtq5t1C92vPUfO8IvnBUp9zP9NT673LkUZ3G57Ryn+w7N1OmVx0/01Nrzz2Q9qy2cp/sHVG7Xk1P0hJzr2mNbsqA4cVmlwDjWsMDcN0TXnDdddfJG97wBvnhH/5hef/73+8Gj79hPL/55puXWnyDwWAwGAwGg8FgMBia1+j+qZ/6Kfn4xz/u/u7r65PnP//57u9///d/lxtuuMH9/Ud/9EcuR/uHfuiHnLfl67/+61Nztg0Gg8FgMBgMBoPBYGgGNI3R/cEPfnDOc3p7e+Xtb3+7+zG0Fwj9ID9fw1UN7QHTa/vBdNp+MJ22J0yv7QfTaXvC9Lo80HREao2EEjrNlehuMBgMBoPBYDAYDAZDPezL6jK/DYYGgzx+GOuTbISG1obptf1gOm0/mE7bE6bX9oPptD1hel0eMKPb0BQg4AKjexkFXiwLmF7bD6bT9oPptD1hem0/mE7bE6bX5QEzug0Gg8FgMBgMBoPBYGgQzOg2GAwGg8FgMBgMBoOhQTCj29A0zI2QEBh7eXvB9Np+MJ22H0yn7QnTa/vBdNqeML0uDxh7ucFgMBgMhubHxITIyCWRqUmRji6R/lUiXV1LLZXBYDAYljGGjb3c0GrMjadOnTL28jaD6bX9YDptP7SETq9eFjn6uMjZoyIXT4mcPeL/57ihdfVqqAmm0/aE6XV5wMLLDU3D3Eh9O2Mvby+YXtsPptP2Q9PrFA/36UMi01Plx/mf43xuaD29GmqG6bQ9YXpdHjCj22AwGAwGQ/OCkPKkwa3gOJ8bDAaDwdDEMKPbYDAYDAZD84Ic7oV8bjAYDAbDEsOMbkPTMDeuW7fO2MvbDKbX9oPptP3Q9Drt6FzY58sUTa9XQ80wnbYnTK/LA8ZebjAYDAaDoXlBzjakaWkh5rkOkR23GIu5wWAwGJYExl5uaDnmxmPHjhnLapvB9Np+MJ22H5pep5QF27TbG9gx+J/jVjasNfVqqBmm0/aE6XV5IPENZjAsHXPjyMiIsay2GUyv7QfTafuhJXQ6sMp7tIt1ujtF+lebwd3qejXUBNNpe8L0ujxgRrfBYDAYDIbmBx7tro1LLYXBYDAYDDXDiNQMBoPBYDAYDAaDwWBoEMzTbWgKZLNZ2bRpk/ttaB8sO71C+FQMf+0S6V/VduGvy06nywCm0/aE6bX9YDptT5helweMvdxgMBjqgauXRU4fKmdYVqIn8lENBoPBYDAYDG0FYy83tBxz47PPPmssq22GZaNXPNxJgxvwP8f5vE2wbHS6jGA6bU+YXtsPptP2hOl1ecDiAw1Nw9w4MTFhLKtthmWjV0LK02oIA47zeZtg2eh0GcF02p4wvbYfTKftCdPr8oAZ3QaDwbBQkMO9kM8NBoPBYDAYDG0LI1IzGAyGBb9JOxf2ucGwUCwDEj+DwWAwGFoVZnQbmoa5cdu2bcaI3GZYNnrtXy2SO5keYg6ZGp+3CZaNTluexO9E1SR+ptP2hOm1/WA6bU+YXpcHbNVkaApkMhkZGBhwvw3tg2WjVzyKGDgY2DGUvbyNPI7LRqfLiMTPdNqeML22H0yn7QnT6/KAGd2GpsD09LQ888wz7rehfbCs9IpHccctIht2iKzZ7H/zf5uVC1tWOl0mJH6m0/aE6bX9YDptT5helwcsvNzQNLASRO2JZaVXPNpdG6Xdsax0ukxI/Eyn7QnTa/vBdNqeML22P8zTbTAYDAZDq8JI/AwGg8FgaHqYp9tgMBgWE8YyvTRo13FXEr/xayLXrvqQcrgEegZEunvaisTPYDAYDIZWRaZARfZlguHhYRkcHJShoSFZuXLlUotjiMA0nJiYkK6uLiNoaiOYXqthmQ5kay2S+92SOm2DcZ8V546LPPOAyPho6Vh3n8gN94qs29qeOjXMCdNr+8F02p4wvS4P+9LCyw1Ng44OC7xoR5he68cy3SxoKZ220binAvmHznnivk27RNZt87/5//LZqvvXUjo1VA3Ta/vBdNqeML22P8zoNjQNgcT+/fuNSKLNYHqtL8t0M6DldNom4z5n//LTIrlOke5e/5v/q+xfy+nUUBVMr+0H02l7wvS6PGBGt8FgMLQQy7TBxt3mlcFgMBgMrQWLJzMYDIZFedt2LuxzQ/OMezORstm8MhgMBoOh6WFGt8FgMCwmy3RaqDOkXsYy3RrjnkrKdmLpSNlsXhkMBoPB0PQw9nJD0zA3ktOSzWaNPbeNYHptPxbtltRpvcYdD/fRxysb8DtuWRqP9wL715I6NcwJ02v7wXTanjC9Lg/2cvN0G5oGU1NTrmSNob1geo2AAYRhVgxN7vSeyhab9y2n03qNezWkbF0bpRX713I6NVQF02v7wXTanjC9tj+MSM3QFMDLcujQIWPPbTOYXlOAYbN6o8j6bf53ixk6LavTeox7M5PhLaB/LatTw6wwvbYfTKftCdPr8oAZ3QaDwWAwVAMjLTMYDAaDwTAPmNFtMBgMBkPVpGUVsrKMDM9gMBgMBkMFmNFtaBpA4mNoP5he2w/LVqeEbENOljS8lbSsxVIFYixbnbY5TK/tB9Npe8L02v4w9nKDwWAwGOZdp7s1yfAMBoPBYDAsHnu5bW0bmqZcwtWrV91vQ/vA9Np+MJ22PhleEqbT9oTptf1gOm1PmF6XB8zoNjQNc+Px48eNPbfNYHptP5hO2w+m0/aE6bX9YDptT5helwfM6DYYDAaDwWAwGAwGg6FBMKPbYDAYDAaDwWAwGAyGBsGMbkNTIJPJSFdXl/ttaB+YXtsPptP2g+m0PWF6bT+YTtsTptflAWMvNxgMBoPBYDAYDAaDoUYYe7mh5ZgbL1++bOzlbQbTa/vBdNp+MJ22J0yv7QfTaXvC9Lo8YOHlhqZhbjx9+rSxl7cZTK/tB9Np+8F02p4wvbYfTKftCdPr8oAZ3QaDwWAwGAwGg8FgMDQIZnQbDAaDwWAwGAwGg8HQIJjRbWga5sb+/n5jL28zmF7bD6bT9oPptD1hem0/mE7bE6bX5QFjLzcYDAaDwWAwGAwGg6FGGHu5oeVIJM6fP29Eam0G02v7wXTafjCdtidMr+0H02l7wvS6PNCx1AIYDFouAaN79erVNiBtBNNr+6FhOp2YEBm5JDI1KdLRJdK/SqSrq773aAUZlqA/TfmcViN7K+trEWRfVL22si5aCE35rBoWDNPr8oAZ3QaDwWBYWly9LHL6kMj0VOlY7oTIpt0iA6uWjwz1RCv3pxrZ271/rYR264/BYDA0AEakZjAYDIalAx6y5IId8D/H+Xw5yFBPtHJ/qpG93fvXSmi3/hgMBkODYEa3oWmYGwcHB429vM1gem0/1F2nhKQmF+wKjvN5o9EMMixhf5rqOa1G9lbW1yLKvih6bWVdtCCa6lk11A2m1+UBCy83NAWy2axs3rx5qcUw1Bmm1/ZD3XVKDuhCPm8XGZawP031nNZDF82sr0Wca4ui13Z7dpocTfWsGuoG0+vygHm6DU3D3Hjq1CljL28zmF7bDBMTkr9wSk49/ZjkL5yuT+hoR+fCPq8HZrtHNicyPipy7rjIpbPNGy6LXJfOeDnHx7zcVfa3qZ7TauZDI+ZMPH6N1PMizvc59VqPPjfD89uMem4QmupZNdQNptflAfN0G5qGuXFoaEg2bNiw1KIY6gjTaxshkCUVJidl6MIV2ZAfFbl0auFkSf2rRXIn00NUcx3+80ajkgwFETl7VGTVRpGOoeYliEoSWU1NiVw+I7J2q0hm7jFtque02vlQzzmzmERgizjfZ9VrvfrcDM/vMiJ8a6pn1VA3mF6XB8zTbTAYDIalI0uirBCLXhboMfif44tRdihNBjzFF074xXhHR/MSRKXpBnmRG/ljj/dijmkj50M958xiE4E1w3yvZ5+boT/VwAjfDAbDEsM83QaDwWBYOFlS18b5jyIG4o5bojq/nd5DtpgL9qQMhJQ7D3dHY/rcaN309It0dIv0Doh09y3NmDZyPtRrzjR6bjfjfK93n5e6P82qZ4PBYIhgRrehaZgb161bZ4ycbQbTa5sgIkOCNHddX7f7nfb5vOE8mEu86I1lIOdTQ8qbmSBqNjnYMMDgXr+t9Z7TauZDPebMUhGBLcJ8r6jXRvS5GZ7fZUD41pTPqmHBML0uD5jRbWga5ka+SAzthUXVK+GDRU9Ll0j/qubytLQyIjKkLIu+/u6Kn7cNtE+EZ09e83nSGLGdPSL56ebpcx2IrJb1+3exiMCS7yc2Q8ZHGvq+qqjXViM/qwfapM/L+lltY5helwcsp9vQNMyNx44dM0bONsOi6RWCnKOPe9Kri6dEzh7x/3PcsHA4siS/R5svFOTY0Kj73ZRkSfUCfcpkfY7r6cMi54/73/zP8Wbpc6SbGahSN8v6/VuH8av5/XTmiMhDHxc5+mRD31cV9boYfW42tEmfl/Wz2sYwvS4PmNFtaBrmxpGREffb0D5YFL0aQU7jEZElocqRiSn3u+nIkuqNiWsi04mwU/7neLOgDkRWy/r922gisOT7iciJc0c9Z8Cl0z6CokHEbRX12irkZ/VEm/R5WT+rbQzT6/KAhZcbDIbWhhHkLA6ULOnKBZHRYyIbtousWNsyi9V5zavOLpH1O0WuXfVGEQv0ngEfZt5MxEutQGTVzGjk+CXfT6QqTI77v/FWMre0XNViEnotxzmzHPtsMBiaBmZ0GwyG1kabEOS0BFicrtog0j/kf+eiclTtBp03Wn6r0ufNgmYnsmp2NGr8kvNEPduKJKP2Ys6r5ThnlmOfDQZDU8DCyw1NQyKxadMm99vQPlgUvbYJQU6rYNk8q8toXi0bnS4FkvMkWYIuGe5cx3llem0/mE7bE6bX5QHzdBuaplzCqlUp3iRDe+t1vozj8XXsHXItjNJJlmnKqjSKIKeRbOlNzMQ+Q6dNLOvCiZdOptf2LYTQYFdWrMX6PHpV5OJJn5fe1SuyZrNk+gZa8/2bNvdAM83H5DzivdTZ7UPM2eQgXaFBhF72vdp+MJ22J0yvywNmdBuahrnx8OHDsmvXLvO2LBe9wtQbEwyB3AlPapMWzjvbdaPDfpF99RKMJP4YJXn2PacxC+75yr7Ubddbp4x7E8taF+KlZP8mJ7yxCpt5q/WZTYJnHvAkXoruPslff7ccHplqrfdv2nOSOeY3E8jFbxbdJOcRm4Prd4hcOOFlUs93Awi97Hu1/WA6bU+YXpcHWuTb1bAcmBsnJiaMkXO56HW+jONp1+HZHjonMjIssnqzyMBqkcH1Iqs2+uN1ZANekOxL3Xa9dTo+3vSy1o14acMO5xGWNVtEegdECtOt12c83EmDG4yPSmH/gzIxcrV13r9pzwms4Gco7XasPG+6GXSTnEcbd4jc9SqRHTf5/znO53XeGLDv1faD6bQ9YXpdHjBPt8FgaB3G8bTrYP91NUvz3kvU219dW4st+1K3XW+MXm4dWetFvHTpjMjURGv2mZDypMGt4PjYFWkZpD0nMSt4zAjeLLpJI/Dqi0LLDQaDwdDWME+3wWBoHcbxtONJr3et92omtvRWYmJvJVnrhVbu81y1xSttoDQj0sY56d2u5hqDwWAwGBYJ5uk2NAXII9y2bVvr5BO2GhpNdlWh/Yp6VYZeQkKT5GfkPFZi8NXjnK+1k8mxnQ7XQJw2Pla5rWrHYbbzGslq3QKM2UWdTlytr6yNnqMpBGI1expbQD8V0dVT8SOezm3r17bO+zdtnGNW8CQjeKVrWo2UrV7v3yWWyzB/LLlODQ2B6XV5wIxuQ9MwNw4MWKhdQ9BoYq5Z2s8MrErXKwy9meP+Og0JBbD6btxVmcGX45MHfN6mCyln8mRFxkdERqdFurq90Z3WVrXjMNd5s7FaL5R9uJFt1/tZnegSuXiqPrI2eo5WIBBzRHvrt7WVfiqCfHT6nBJinunpk4Etu/ymVSsgTQ/KCj49Wc4IXo1uWoWUrV7v3yWWq6nGr8Vga6X2hOl1ecC2ygxNgenpaXnmmWfcb0Md0Whirjnanx4bq6xXFrQskMuum5w7DBaPXS7ptcqK9K8UGRtJb6vacajmPGUjTnrT6sE+3Mi26/2s5nL1kbXRc3QWAjF3nM/bSD8VgVefTQYM7xjdfTK99x555vjJ1nn/pumBqBY22dZtn+n1nk03rUbKVq/37xLK1TTj14KwtVJ7wvS6PGCebkNTlUww1BmNJuaaq/3Ry+l65To8SOt3lsLEWRzjoWLBPBuRWiHvF9Ealo53Dg83YeZ4uvhJtqXyzDUO1Y6XshEXQyc7vSetHkZXI9uuE4o6rYesjZ6jcxGI8XnfvrbST0Xg1SfEtxhm3xM84L2Sv7hfWgqV9ABq0U0rkrIt9P3baLQSIWQLwtZK7QnTa/vDjG6DoZ3RaOKnhRKiYRSnhRrOdR1eLbzd/BBOHoeUD66rTcb4nFr6k8ZGXC80su1mk7XRc3SuyIm5Pm91/aR5vJObDK3i4a5WD7XoppVJ2ZqV2K9Z5TIYDIYlhBndBkM7o9HET/Ntv57XLZRAKT6nlYmyWhWNHvNZCMSq+tzQ3mjUO2Ux0Kzvq2aVy2AwGJYQZnQ3G5Yp2yfMjbt3724MI2crj+lCZZ+N+Kng4pk8ydR82XrnIJbKDqyR3QNrvF7jvmQ7/P3TeJumpkVGhnxNZFim8VxTG9l5R7JerrhWcrUESpXkTN6P/ztyqf0pI2Oar26adT5WKVfdnlW938S4yLVRP/aFqXImezywyTla61i58Glqt+dFCoVSKoMjDcv6zxeKZmW+nq9O58vy74jaRua+LskkHz/jizVWKjtRMswxDEEiaIrvFLgjcl6+uCIC86ZR7wHGoBaG/Vrev4uJViYcXM5rJcOSwfS6PJApFFiFLA8MDw/L4OCgDA0NycqVK6XpkMr22bEs2D6ZhuSz8OKBxbFuaOUxrZfsae2Q/+yMnCisFBbwGWy9VdxvFjkL/YNer6PDkoGYqIwdOOV+o8N+EXo15GF39YkMnRVZt60UNu5k7/G53bXIniZnfD9ehcy9gdV+Ad63sra2FjhWSzofa5CrLs9q8n6o8tDDnsBKPc+ZnMiW68Lu0OwyzYkTB0Qe+YTfXFH0D4rc8QqRrdxjAUhlvp7ns9QMOmWMqrku2T5qunDCn9PTX/m6JJM812Gob7+xpPtGj1VS9msj/tjareUbgSefLX9HJhnv6/keqOZ+833/1vt7tRo067uuxdGwtZJhSWF6XR72pRndzQJ2vY8+XnlnGMKYZvCGNZC5cf/+/bJ3717J4V1Y7mNab9ljrwqryuHz5d5ijB23QJr05GbJ8Mq57lfmtSmRFzm9PvWU7O0cl1y8mFTg4VmJMV3w3qYjTwSytIIjd5LzeH3GvCd7zx3+mC7UWYhqHe5qCZRiOZP3U6gna+fNbD/PbGu+umnW+VijXAt+VpP307mHTjjGgpxICDZElCFdPZAVZKrqfqNXRK5cLM2PFWtE+lYsbNzTxm6hz9JS6nTnTsmdeGru6yrpEPIxnpm43/F1eLgf+njJ4GZzgggTxopohL33iGQzjR2rSmNDhMXUuMimPX5+sDnAOUmix+4eLxeo13sAboqn7xcZuyIyuMHP+9jwvutVs3u8Z3v/1vt7tRZUkMswfyy5Tg0Ngel1eRjdFl7eLDC2TxvTRs6HmHCIRW5scNeDrXc2YimM5my+tJiOgRwszldvFDn+jMjVi6XPMIS51sk37g2m7q3+fxcZnBVZuzkhxxxjEsuZvF98X44zJtv21U83zfqML7ZcyfvFcw+dssEC8lP+h8/jEnG1yqT3Y8NG589825qrL83CfD1fnY5enh/Lf9xnNrPifsfXJZnkpydKZQPxdrPRMjA4t5yNGBveQ/xQCUHfMWlEjyqX/l2P9wDGNn0HREj0hkiBahn2m5XYr1nlMhgMhiWAGd3NAmP7tDFdrPmw2Gy9c5Ws0baTLNIzPFGTzcFqvVDG9lqvazQWW64Zekyp5Zv8PFmXvRaZ2ulZqhaNnqM167DSM56IfsHTXIs880E95sNCzkk7Dq+BIo7qWAjDvsFgMBiaCmZ0NwuM7bN9xrQepEoqG4vZtDrWC5E9te1OvwAmXK1ebL1XLomcPuw91B29Plc6uaiO2yaf09Xc7gn51Tn/GccmQ3jiQmWKkbxfTLClNYwbwbxOKK7WGFdyJg2TXwpirlr6g1xXLoiMDItcPudDtGcL4U+Tc4YeO0qhxng+8ewRXs7/5O3H4dk6fpwzG7laLAMkWM4oLPg5ORl0y3wkdJdUC+ZoNcRVS/UspWG2cW50VYFkv9lYGxvx45rW7/gZj5EMj+3ork2eNNQ6/xZS7aBu74HO4Fov+OPNzrC/FGSQ1dyzxUkqWxbt3j+DoU4wo7tZsMzZPiEFIUeproycSzGmqaRKx1JIlU7MTiiDbJMHRM4fK/cUY/Cs274w2dPaJvR27KonQJqNAbxG4qrsyJDszRck++wln7t9y4sdYXRq27BIDzwrcvKgDyuHyAyZ+CJfs8kbeAuRKYnk/RQYXxB4VWK1nu+84njmeCn3VUE49cZdpevqNYeqRbX9CXJlpyZlb59I9txRkUunqiCYS8iZvB+bDhhb54/7cPLBkIYwctnrQDclAKn3Z4+KrNoo0jGU3n5SBowYDOsjj5dCeDHqd90qMnTOzzM1/qohrlrsZykNc41zjXO0+P7FALx0eu7rkv2mz6SKjA2LrFxf3u/kM+4YzkOIea4rbFKEnO4keWGtYzWf+Vepj/U6p5r3ABtAbPYVUgxsxmueDPsN+V6tZozrjWruuRRyVYM6y9UQnS4EzTruLYam06uhITDtNgvYFeQllfQQKNvnMtg1nEqGKLbamLLbm/zyYcEPazeL02TYKedyTUX58RolvCX8j1G4UCTbxqDbuMMTSy10rPAmRkzRUxg4vQPe8Hn80yVvVrJtdsjx+CgrOXmOa7f4/nKuylsv/SXvp3De1U7/eb3nFeOsOawK/tfw0XrPoWpQTX8Sck2pgRnLkCZ7mpxp94OcivHG+HCe0pzIirXlua2Mg7Jjx97vuWTIF7yhjjdbsW6ryMGH/fGY3wBjEGZtCL+a4VlKQzXjPI856t6/tVwX95s+U2Ggd0X5c5O8jigCNjUwJPVZG1zvmeR331pOolbrWC1k/iXvWa9zqn0PjA6J7LylNC4K/r/h3tqiLxr5vVrtGNcT1dxzKeSqBg2Sq+5rpfmiWce9RdE0ejU0DObpbiawmITxdBmyfVIC49ChQ/Vn5FzMMa0nqZJj1M77xVtaKPJCyZ8qtQ0wkFnszXeszh4pGtx5ycih3KDslbzk+ju8UTMx6u+dbBu58HTBUl5kme4S2XaDj7zkM8qG1Ut/qfcLrNZ47mYb4/nMK87FUw2zc1rKQCVypsUg5pqrP9HcxoY9dGlE9q5dIbnMPIml4vu59INuz1ydrNNNrqvOR+aO83CnfG3NJgPl4DDWMYJpqxDuf+xJHwbOXFVW/GqJqxbrWap0z2rGuYY5Wvb+rea6Sv3euNM/37M9q0QREH5arEfd4w3vYp3ueY5VLeRx1fSxXufU8h64+QX+XUdqBeOCh3sBBnfdv1eXggyymnvq34sp1xKNV8PWSvNBs5KDtiCaSq+GhsGM7maDsX227pjWk1RJj2Ng401Sj5KG2daD/KlS2xgJ1YbXpuFaxE4cIxsWknhJYSuvJFcayzTAG5Z23Xwx1/3mGuNa55W2l8aIPNv9FouYa7b+NIJ8Su/HcWWslsR8ZKx0Proc7qHaZcAoBOR2E3WBYcQmhpJ4JSMPaiGuavSzNNs9q/l8vu++ua6r1G/Gkr/nelYxJKvZ1KgFtc7RasamXuekyZHKjE4qzeb6z5l6YSnIIBeL+K4RaFbyzHqh3ftnMNQZZnQbDHV7mlKIc5I1equ5Zrbj1X6+kGsXSvTU0ze/zxeb+K5V7jffOVRPNJJ8qlbyrlrbV68z0Hy5+NxkCkctxFVLQdbYDKSbzSBDK8jUynK203xfqjFtZV1Xg3bvn8FQZ5jRbWgaVsumI5ColZEzjaCHBT9EWXgw5iJViu8H3QL3xJOUDFuFcGcugqHZZF8owVxa24SGargohEg9K0Smxx0reLaQ8bI7pvA+kQ07qx+/asaqFnbv+Dq8noQac79kmCc5xvUgvEq7X0q58hnkTOPXSjK5nPYuHx5Nv64SDt3tx5gGk3Imx4aFD4RhLpQ3MHSDYnhvOMa58XUupHukfD4SxTB2RbLuHtM+hzceq0r641rmcMw4rvoihJx2eUaGL3gvNPN81foSKVitBFiw0etz07vS9w+2dXTAmBEjv3KtJzzDK6vA+03uOOHul85Wnlc636+NiExOeNK0pMe8WiKwWlmZY13MZ96m3S+XK3//ziWT6iKep5VkqCezcbKttDka5+jPpoulYlxeZILPlicnrSfx3WKjQePVNGulZU4AXG80jV4NDUOmUGB1sjwwPDwsg4ODMjQ0JCtXRiyphkVktexoDVbL+cqeyjydTWGeTrSVdh1MyywIyUnVx7QaduVqZK9n/8DJZ0UK06V2MHKe+LxnoFbAXn7v14rsvKn+ss93jJOyx+RFkG0tBPOVE8MUMq8iw3POh+oeeqw87Blj8Y6Xi2y9vvI94Ts79LA3JLVEWncwEGMGdQxv7qGeCaabkpZhUM42H+OxqrbPGKquVFsgZMN4ffyz/rgar2nzpZr5kRw/+owxiEHPjyvLlBXZcr3IlculSAJkZJPrujsry5k2Z/S63XeWqEmrfc/Nd75Xo4t63i+tP8lxTpOhnt8BybbS5miavtLut9TfTUt9/1aTvZHfaY1Gs8pVL7R7/wyGOtqXZnQbGgO8CEcfr7wDCvlM5FVg72dkZET6+/slwyK5hWRPvT5JrAMqke2k3c95BY94782qDb6kVexJqiRDLbKnyTlXv5JtE5r79P2eaXxwgzcQyZG+eMZ94Ra6e2VkYkr6u7slszIQlM1n/GYbKwxK96U/6cmJkuHY3A+kXne4xJStNaE1mmAuOWfDbHrAq4ZBidVQqX+xpxaDYv+D3iurhF9qROP9vutVPkc2eU/VDQYa/UE/GEXHn/J93brPG4sYxZfOeLkgM2MMtJwRxiljCpiPHd1SWLtFRkZHpb+nSzIY68mxKvPu57xxFj/SOreRj4UZRutjnwkbAuTX93n5yP3n/i96nciKSp7TCuOX5oHFy93V6T3EPSHiAhnUY+2ORx7rpJyav5yc77GH/JYXljy9c82dap5VUOndgDce45bxq2beznK/QjYnI+t2S39fn2SOPTH3+yNtniZlSJM9ra1qkJRdn/l4jupzjzHOpqTjBEh5ry30/V4v1Pr+nQca9r26CLLP655LIVc1qKNcTbVWavZxbyE0pV4NdTe6Lbzc0BSsljA3Hj9+vD0YOSsR61S6Ju1+GAyuLFPetxeXTpqL9bxa2WslAEprG+NDax+z+EdOFuLIf+2q5DdfL8c7VsneVSskRzmghYxfJRmqYffWv2dcx0/w0Ol1SoK1UIb4Snog/BUDIY1oKr5OCarwJFJSSI2NeC7ETNvJe8a6QSfoh+sxMN21Y977PB28y/xwfm9faTyZg4yp/j0xJvnpKTk+lpe9fZ2SSxurWH8Y88n1g87t/Lgff0rMaUQEnlvGJSbggQ0/NrqrmR+VyOqIwEiOO2OHnJQPi0PEk3Kii7T57nQV3llT4yKbKqRPVJI1DbPNW5WLjTjqmutGzFzzdpb75aem5Pjhg7J3x1bJVfP+SJunSRnSZE9rqxokZY+feZ2jqm/mG4b42s3VtbUQuZqc4LNh36tLQfjaCFK7xUId5WqqtVKzj3sLoSn1aqg7Wsrovnjxorz3ve+VBx980O0K3XnnnfKDP/iDsm4dXiNDU6GVWS0XW/a09pKerSTZ01ys57Xcq1qkXUs+rkIX3GWys/PdYBnmzRDfQFbw+eqh2jEu+/xa+rXxdXptUjfO6I7axGicSngo0mqwViN3tXNb2cWLcuarY8Ov9n7VfF7tM1itLhopa6PeDYx7tTItNqN08typOebkbG238neTwWAwGFoWLWN0T0xMyEte8hLp6+uTn/qpn3KEA+9617vkQx/6kDz88MPS2xvVWTW0FqsloUlXLoiMDHuyI+okL3ZoUhwe5UoL5dIX1fNl5JyNtCetvZwSj4VwTWSK63TXg/W8VjKytLa7ukt/M2ax7I5kq1dkYsp7EDt6Z5e9GiKwQiDBYiw0rJV7ESIN8H4NnfcyQGDH/70htBj5JoJnlWtdKHEIP06ygtMuXuSY+KuaOamy4xEl101liMOcQbJtHXdqRjNWmQ7vUdUSTGqI8j/PiYaXMzaEYtOWzls3Dtf8uPAsMWcmSU/o8n0eWO3vo3qId9UJWU7Wwc6l/R8ZOehj+Lyvt024OfWZteYyMjGWzBPVF/1x8yIKi46Bl9KFvYc5xP3Sxmq2Ocp90mqhJ+febPoiP5h5pWkHleY7cjK2XIfOju/3HvW56itXfIa7vcf/5EE/TkQmMIfT9JFWs7zWdwP6Yz5cy4gMd3n9pJVRi9tYKGsxY1fL86XtcR3ziHx6fTcyj5JztJKe4/c7ukXvbKRATNg7KDJ+NTwbs8y1tGON/L5aKsI3g8FgMCxPo/vxxx93P3i577rrLnfs1ltvlZtvvtkZ3S94wQuWWkTDfFgtAwlHZmpSuiZHJXPuqMilU4tLwpEkAmHBfvmMyNqtM0Nj58PImUo0cqLUx7SxwkggfPTiab8oVGIgjIKNuyrLUOO4l4ds7k8hIZpDToyivpV+8apllljMrtokcv64ZHKd0iX9kjlzwRsss8leFRFY1hs3LDwnRr0RjmGCIcrJU/0iOY6L38ghVxuWasbwzCHvNT1z2PcR45MF+/qt5czyGDnIgbwswJPjUI3syMsGksqg8+jCKZ+HHbedOVYiGmPunTjgZVi7xffRLfQzPgTbGR14WzPeK51hIwEm7VP+2kunfTsYf5yL8UvYNPOG//lN2+S8ktfsjNJgaLGgR5fOEA7GJwawjg19yXVKpqtHujomnb3j5D72lJ8HDDrs9ENnRdZt88Y39yQ0/vTF0hjgWSc/feMOb3ATOt436M9DBreJEjYM2CBBXvpX7RydPCBy/li5xxzZ120vn3tJfTGHCNVnY4J7ICdjvmZLabMrOd+Rkw0dzZNnA4PxrobwMO15QuSHPu43MdA7fWKsIH3TcGn0EXRRlKua91Pa/dDfocckMzUhXf1bJHOIeXStnBQure2FMErzbDJGqyDuq/L5or3M8VIet/IQcK8N28uf3+QYpL3f0TNGLERsvEOQibm+8xYRqi2wIZA21+JntXi/Kt4N88Vc3x1zgNzQrq4uyxFtI5hO2xOm1+WBluGn37lzp6xYscIZ2AoMcEgHrrvuuiWVzZACduJZGKR5yTiuZDxhQZHNZGTP6n732y0wOM7njUYkQxGaD8qCTL1ZSdkX0j6I+5g2Vhhl18Z8uaN40YcHarYQ1hrHvQgWohgqGKRxn+eSE3muv0tk7bZyjym5poNrJdvVLXu60G8Vsiflwqh49iFvnOL50zBoFqIYehiLwJVs6vWf4+FiQY5nnN+OYCzk5LLQP3OkVCKKdjHIR6+WQpwZB9qHoCo2Zuaak0nZuSf3jmVBPgzIeMHOWDPmjL2GzNIHjOXzx/2iHwNv+w0ig+tLMnV2+n4n5Ry9InLmaMkLrgYuZZUg+EI+SNww1otM5XmRDTs8azeKor31O7zhuHpT8BB3eKN1427JFvL+WcVQQQ8YqbTBPZGZcT15wHsUwdiINxJVf8wTrkF+7e++e7xc/ExOeuMWgxtmdvXyVjNHAXIkQ675Hy98JX0Bxgc96VxTgr0yPoXEfGcOnnjG93/zdSVdYLTB7M3cqoTk84SH+/FPe4PbRWcETyybEownenTnlXQxw+Ce7f2UvB8ebhjxpyYku2q97OmclGxHzo8tG13xGCbbruY9k3YObSvjeOylr+adz7tDPfCMN88DvxljjUBIypmmZ9o4fUTk1MGwWZTxGz6MO+PMJl7aXEt7VquVfT6o5rtjDhARuGfPHitF1EYwnbYnTK/LAy3j6V6zZo184hOfkDe84Q3yu7/7u25X6PLly+7Yhg0bUq8ZHx93PzG7HJiennY/gHaY7JAYxNXTKh3nGJ9VOq7txscB51dzHAIF2o2PqyyVjlcr+6L3iQXN1hsld21YCpMTkmdB1OdD4zL5vGRHLklhatKt/bjv8MSkDHZ3Sg4ZpyalwEId5u5G9ol7TE56ozCsQx3w2A12SRbjoLuvTHYW5FXr6coF58VnMyFfKBSr+7jzC5NuDPId66UQxkpGL0uGTQgIq9Zvdw4YDZPN5jok07tC8tw7GpsZfQptZceGnDcnKXv26kV/PC4WOHZFcozV9LjkMZbCgts58qanpHD1ouRZ5Ia2M6OXJZufdm0XCMvceoPzHmUmxyUrBclfHZJCrlMKY1dkeDzotW9lRdmdnoIu3HGcnWNXZBojkkUxso5fc22zaHZ9whvLAnlyQrJct3aL5DGiMfiDxzR3bUQKnT2Sx4CjLcZw5To3lgXmDWGqnb1O35lVGyU7eU3ynV1SiOa8GwNknG1OJmWHRG5sxDF9O6WvWCXZqWnJ9F2VaTyqrjYyhvOYZEOecB4DC3A+skBw1r9K8iz2hy+JbLvByZ/LZKSQ63Bj7Iz4rh7JDKyS7LWr/rhjuB9wBlkm1yXZHTdJfnxUChiQGNIrVnuuqYFByUtGCowj3ly82GNDTt/cs8D9Qg3kbGeXZAbWuL7mr16U4aFhWTk9KrmeFZKRvEyjHyaU21TJSBZv5PBFLzt/r1zv5KQdURkB8nT3SW7DDinsvl3y5094gzXbIZnxEcn2rfDPE+0zPtN5yUyPez1lO0rPU35SMlcuBH1MS2HDLr+RMj0lmY4OyXb1OgK4ov44dwpvfXgumfPoZe0WyRYKkunuk2kiElxoPuHHff5d0NEp+Wi+k8qQZV5197r7xsgx5hdOSL77+srviPh5OnvE6wkvbXiXZqhzf+Wi5HtWSIF3kvMOd0qmf7Xv65UL7h3qNi76Vkm2p8fptuJ7L3rPyLkTkmVDIbdapvN5Gc5nZWU2L5nOHsm6+V+QfLifvj8wP1NlZ8zRK2MT3jOurwOrJL/tJikUQ7tHJTO4QbKdnbO/D5Oyu+OdUli3o/x9uH6bTDvPc7ePjAhjICpj4rl0U2X4one3s2HSPSC5iTH3DOTZ9KCt0WHJTFyTbPJ9ODkmmYlxvy81dkUKGmo+i+wL+n5Kkz2a724Or9k06zqCdlj3wKZL2y25jmjHtdEC+sQ9lSGZY+3Qp3bUU619Suq1HfrUjnrKz9KntjK6p6am5Bd/8RfdhPzJn/xJ19F3v/vd8vM///Pyz//8zy6EKom3ve1t8qu/+qszjh88eFAGBvyiD4r3zZs3y5kzZ9yEV0DOxs+JEyccjb9i06ZNsmrVKjl8+LDLM1ds27bNtUnb8eDv3r1bOjo6ZP/+/WUywFBInw4dOlQ8Rp/27dvn7geLoYK+sVuNfKdPny4ex8u/fft2RzB3/vz54vGm7NPVq6FPQ6U+reiSofFJOX3lmltMXBwbl+2DfbJzVb9cHJ2Q84ePifQPNbZPLLTHrsju1f3Skc3K/gtXyvu0vlemBjeEPg3VrqeRYemfHnP9cn0aLW0CDfZ0yea1k+l96s7IidFJV25L3FI3J5t6emRVR4ccvjQiEyOlsalOT6X2967uk6npvBy6VBqv7MSE7EPcQkaOX7ha9E51deScV3NoaFhOn708c+6dPy/njxwp9Wlwg2zumJYzl67I0JUxyRc65OLYtOzt7ZONHR1yYmhURiLZy/R06bw3rOjTYJ8MTIzLwewqyWv5jOku2T09JR2Skf058pLz3sM9Pi17s1mZujYmh6aDd3V02oXx7OsuuDE8DhdX7xbfp8kO2ZOflqFCh5wukNctIueHpX/FFtne0ycXz56dqacVPXLm6rgMRbKXzb2zp4qyb1rRI6ump+TwRE4mxjVMflK2dU7LwPiYHBzvlLyO8fSU7CZFPSOyfyjcc8JveOzt6pCpQkYOXRoTGWUOT0i2u1f2bd3on6crHOsQGRqXrqlR2ZOdkqF8Vk5Pd/qxkYz0dw7K9s4puZjrl/OCx7ZP5MqU79PKdXJmKufn3ujJUp/Wb5ITx47JyDl/zOtppazq6pLDzz4r165dc++cNdkp2ZEvyEBW5OBEp+QnMWR8WO/u6SHpmJqU/fQz9EcKOdm7dp1M5aO5Nz4s2RU8Tzt8n6Z7fe7/yLB0TWZlD9Hq4R0hbKBOdEp/tiDbp6bk4lS+XE/ZC7J5zSqvp2ulZ35dX07WdUzLieGx0twbGZZNHZOyqqdLDl8elQnaHu8QGZ+SbZ1TMtDdKweHxyWfDxEQ48Oy+9aU997Vadnb2SVT09NyaLLkGfZzb9L3KTp/1nd5Pi8Xu1fL+WzJIz+YH5fNhRE5c21ahs6TMuCjNNYVOv3cG52SkRElmhuq7V1+aUR2Zzqko5CXZyY65eJ0Ttbkpp2Bt5dMh7zIoUultud8712+LKejd0HxHXH1qpw/H94/I8MyWJiWzZ2dKXrqlnVTk+nv8qlJr6ep6eL7cFtfnwx0dcjBq1OSv0DJN44Plb/3wvvdPU9rV/i5d5U0AMLj2VDsln0d3TLSJXI8h9ebd8FV6crkZQ+t8TxFz2r/VId/nsYm5fy1K9W9y+f7/UQN+SB76vfT6DHZu2rDrOuIo0eP+md1zRrp6elp/XVEO66NauwT/aF9dEob7dCndtRTrX2i7WPHjhX12g59akc9najQpyPRd99saJk63R/+8Iedl5tBU8/2pUuX3N/vf//75Y1vfGNVnm4dZK2jZjs1S7j7NHROCmeOOIN7Ol+QAxevuIVRZw4PZEEK67fXx9NN+CFeKbwU3b2SWbXee0eUVGf4gmRDqGOZ95d2yDtdvXH+O2qXz0rm3LF0Tzce1I07nQd5Rp+Gzkn+zJGy850HVduJxqYqPRHiq2OAl2divGTMgpHLkhs+LwWO49F2xG1dksFD29Pn7ueOVxp3XqB46aemvBfy8jkpTE/K9PAlOXA1L3sHctLZ3y/50ave+0uI95rNku1fUdKTK9t0zIVxZqeuSWb8mkxTRxsPIgvcnpWShfDo8lnnoZXdt/t2Ri5Ldpgc1y7J96/0odmObCwrOTxSK9Z4b9UJ/+LObNwp2ZHL3tOtBGz7niuZtZudh9bJ7nKaUzylleakyj4xJtkrlyQzMeo8agW8oy4Pf6dkr41IZvi89wpvDDWipyclS8h7Jit5wqLpK97ljm7JkrPNuBPGPHQx5PP2S66r2zn+8+dPhjDbdd7TPTIkhaHzvh3n8Z/2c6+jy8tIjnXwzrloilXrJN/ZKwXnyfQeyjmfp2vXZOrKBTlw5Lhcv6JTOs8dkczkNff8urBuwl7xjMNHsOU6yQ+s8eH1jMHgOuf5LHvOyMddtcE/TyNXJE/oseMwKEhmdMjPPfV0k189dF4yzI81myQ/OSEF5kP3CjeOmQ3bvew8N4TPz6a/y2cle+5Y6XniXYAegsHs3hGMiYK207yKJ/ZLlhrqIR277B1BgMbeeyRPPvZs7wg9fujLkn/w41KIiCQyUnDycGbhzleK7Lk9/fkDYyOSvXTKRZvkO3qkgLwhND71HRHJzn7JgYlOub5r0sntnop95bLP25Nw7Vrk6R5zUSCkKJS9D7M5yUxdkyyRHSvWSiHMx6LsPPMV3odu7oV5pOcX9XT5rH8uY28xzw2h5WDTbskNX5DC2LCLJnARBht3+QiD8REpTOUl37/C8yd0dEvm0lnJ5jKSX7mu3NM927tc9cRahAgDFznSLZmB1ZLv6Kj8nZsmu8s9D3O7b9ClBbhomAShnuppcnJSDhw4INdff71bvNbN4zM1FUVZwAUx6KMs2tiL1Sx9QqcYIeiU69uhT+2op1r7lNRrO/SpHfWUryA7kderV69unzrdZ8+edczlcSg5HaRz7Eikobu72/0kgWKSdfBUiUnUerxSfb1ajqPAWo7XS/ZF71P/asl0nCzWhcUwdTnd/I0hQDjsQvV04aTPrSRkFWBs56clp0RBLGAgfsIYwKCJidPwbmA01KiPsuP0AXKrkLdeRswWCH9SZed4RzpRUaWxqagPSKjiMQisvbntN5bIzwgVPXdUMkMXJKf1msH5bpGdN7vQ4opzL0n2g1EEGR55kxgNudWSJTx65KJkyRVmDE4dKCObcu3QJ/RF3qQj8cpJ7tJJLy+GuqsHDNN4p+Qci++gX40iO/mup56VnEa8EEKKPJuvk8z0pOQII3cs1F0+d/PqJSdGjlBe8kH5HPI8ZB8bFjkTEX+Bzm7JQgJXaU5y/OgTIkee8LJ3dkkWGTA4yTElDN7lC1+UnLJ3Oyb3Xm+QXjwpOV3EM/bkFTP32Awh99nVPh/xni8WWt29kkNO+s4Pc6tnQDITY5KDfA8Z6Behz87A3uDPY7yUKK67xxnqfpKUkxemzsmrlyV7+pDkSMe4dlVynR1uE0EGN0gOwjfaRk7G0RG2jUpO2eIH15bkDAap06WO57njknnmAReS7cD4wEK/bptkBtf587me+2GYY5DrHIXYjDxr2nKyHy/NoUr6Sz6X3K+rnDzO1ZWXSE6VPdY/hHHktY+POv9rGbr7JLN2a/Xvjg07Jes2kUq768U5xvFNuyq/D2EBj55xdzSFzG022eku4+zGmmtrkb3S8TBn0kgqi+9DR6x2OORrZyVLHxLzcbb3Ya5zlvdhpOfi8ZVrfF42zyOdZiO2o0NyvHt4R5BWwDM3cU0ypHNcDhtBzDM281ZvkKw+S9W8y+kVczWZn33xpGQrEKJVlF2isVoPqSRkmycll9KO6gOZ9Pds+qv6uzW870lDKQlW0petjRq/3lOdxp83/XqvHdewde5TLXptlT7VcjzXhn2acZ60CGAnx6X/l3/5l8VjH/3oR53X+vnPf/6SymaYJyKiHdZf/V3+97wIy9KAhzs2NtlFw5hhUQtBlyvFNO1ZyllIxOQ49ZKhGsKhel431xgAFpbd/X7BrS5HLU3FQlxziwELU7wZeI+rJfvRa8iBzE9Lf2FKMpdP+fuyUJ3OVyabismS0M3G67whh87w2iVJv4DLeb7g2bjJgXQlqiBWm/JGL+zSrO7JW15FOatgjLl88GueLCy2sJPEX1IFCZyWyCqWLpv0pGB4unnRsylQiQCLfqnRwIbKOOW+st7IZPFPHjQGPDncSn6GLHgy9X5p5Hucgz7ZaCjWV144UVzxWWX8aJ9NKzZv0BHH6AtzFI89c4lzkmWo4nmcNkeRfXCDJ2ZTQjauZwwgFovnKH+ffLY0R+M5VEl/M0jFUsjjknKmAbI8DFuui8H/N9w7d9mwGPTrjpeXiP4U/H/nK/znaUgbv2rI3CLZmf2E7WfmK/t8SSr5oWIF+onHfQY5Xh3fo8zRnTe7SAw3J3j+mLu8Z5QMj+eKzQE2eTp6SvOMzSsM8EpzudpxSOvjXLJXO1aJhSZhlPxuFnI3w8JQd50amgKm1+WBlvF033vvvfLOd75T3vzmN8s73vEON0Gffvpp+c3f/E158YtfvNTiGeYLFmA7bnEkNNvXBkIg532sQx1SwqmTC3kNC8HzUCz7g5dph2cMZsFZTxmiPpZqrVbZ/nyvm20MFOo5pC2MQ1eiKCz2e3aX6hvzxc5GBe30kfWdALIlF2CMK4vqwfWS7RmQ7e5+23wfYBCHREvXC8imbdMWBub6neU1ltdt9otiDEUXlr7FG5I6LsiOdwr0BeMXw5lzMbDRK3/TJoYZJFuOzbvfsxbj5eYzxtvVkh73zMjMDTy2cZ1n7tm1MX2cGad1gThNZcf4Z94xrwiB1VJGEbGUW8SzmOfewUvuNkNoD8OHsNe+q6HUWEKmdd2leUtbzGNQHL9Okb33iBSmQjkwWLy702vQc36l/kV6xkMJR4HDYNhY6A9eQJ6rHTeFeuOrwxwKGwOcw1xLzuO0OepSFkZ9+3odel67yeuWjQX6oKXk0CHtoOe0OZSmv7TnC9kDeVzVzxueZKIUXPrGNS8Pc3Q+Rits7aQGnD3iy9uxkbRhZ2WDu9L4ScrzNYvs2YsnZftCZa/m3QAcIV2Yt+iQean6mW0+1vs9yruAsXGRBewkDfp78sM8Vrb7FYFp3W2KdYsQbl5pLtcyDml9nE32KxerH6vI+0JKXd2wkL4Y6oK669TQFDC9Lg+0jNENfvqnf1re8pa3yDPPPONi6kmany123tAi6OpyrK+O8GXQk0jUBUnPZNLQwNjR8Go+w3CZra7uQuBK6GxcvOsUs3ln8YZiENFnFnTJhXuynm8a1INadk+fk8vCNT+dl4uZHllDDm3cbrxo1La1LfWGxWCBvmZzuX50XJBdy6rh1c5MB89z8LrAZs7n2j8MGcKd8aDC5B73VaMdOD/kIc/ZX+0DfVavrLapfcMQXL1xpuyEBVOrmPmHgTwVXYOcLPwd43cIi0rKFM9bbQvMCFntLC+VVgmV+hcdJxcXUsA1fV2l0GxXhizrPdMa9q1joNC5ljZ2adDxLJujYz78Oy7jFbejHue0OZTWv7Tnaz4GJ9dUMmxrBQb2bEZ2Lc94NZ/3DUi+5/oi4Vbd3r+V5pLqR3U1W73pavRVDdKu4xg647lJwpVnK5TmIc8dcJwL0Zxc6DhU87nKznm1jFXIeayrXhfaF8OCUXedGpoCptflgZZ7YqnVfc8998hznvMcM7jbCGyiwCBYV14/NagVcW1f93ki319Dd9sJyTGo9Hm15yWRNmbRuBayOTmf6Skjh5oRIqptzzX+lT5PypbM28E7Fd9TDf7Y8M/Ncmw+MlT7ebK9pAcLGaqVqZrxm+8YR8d5RGENL3tUnQd9nmNQzzk63/61MuY77o1+/zZyPtYTafeIj6U9c1WM6azt1/L5Atqpu16bQV/LHA15Vg1LDtPr8kBLeboNNYL8qmJIHcRToVZzM8pJDi3hqZfP+Xqr9ZCTMEm8KS7Hc8J7yPAaAmozE16tuXmBCKfpxj3ZlgsjHpm7bb2OfTU8nHif8RTi/XVEXn3eW8gYFceK8llTPsTZeaO7Qti2q+oscunszPsxZrkEwRHjCvswHiFCprN4tLK+tiyhkXieNcqAOsjg2S97ry4lgToSRjPeX0K+uUZlADounX0+ZJXcVbzZjpypEGTt9rI5cixypK/5sZkY8vdz+d6UHgveTeTBq8W80GNVydDjic8IV+c88sEx/qkFrCG7adDxY6wgHCNMmrFy1Mx4uwe8PGkyARz8EOWdPOijAdy4JjaTaDvU83Zypo0xcJTo+eAx7/ILaHLieX743zG6R+RkxbGZ9t7zkSs+n5vrXHj5ZCm8nOeNe2vb8fgxHzmG7ngHKL8A85N64/H8YDyRPQ7hd4RcOX8P+uoYSjPe464yMG5EDqDHWAYNMXah1b1+HuGtZ7z42+Xq9pafQ8RFnN5Q6TlMew8k71dtW8UKDNF16pF3zy7PXH+Y3+Ecp6/pmeO+WN8Bxbl9bWaof3dP6X2bfH9Umo/Vyl7r+zftHcZ3EOPH3E3mzvLurPQ8p8nA8+x4FVLynWv53kmTcz7tLIZODQaDwTADZnS3K5KM0iB3opwRtpnkhHiKXGByfmG+roecLEp33SryyCdKIbUsfFiE3nhnucFdD9K0eo97si0WoeRKB6b1im0nr8MQO/akN4YpQ0PoNOHAe7+2tHDn97Z9Il/8F587Czifc/c+xy8gnYGUuJ+S/cT3Y1x33SLy0MdFzhwXWbtPZOVqv6EyMOgNOYwmjNPdO0QOPuSNVBa3A6u90UbuIlCmbfK5ITYCGUpzXSttoAAWfZQCcqzEOc/0TLkxFs/cl8HD6Nx9qwjlvdz9Lpfup95kR962KxiaHbXJoOB+6oVgwwOyqkohy4wf8/HhT6SPOzKkyQTYfIEhHpZv+sf4QVrGhgfh84DPMCLJGT/8mD+WHGMAYRuGGue6cRCRQw+XcqZdn3MiW6heHAHD1uXqh3qZ9Ju5wPxiUc4wEA6/aVVp7NLGjz4ff7rIrO9AG+Qz6/xgE4MQ/UOPlYdM09/dt4lcDjU42VyiHxCxkReueuXv2PAZfdTLTu68Y39fIfLMF4NBH0jxeCYwmDR9odI4JJ+LtPfA1AE/9yinVktbCWZySTKTM7c27xK57x9EYK5XMHYQosXjvpjfAcxtuBGSsvM8IZe+b5Pvj7T5WK3s83n/pr3DlGxN54eiGpK5NBlcf3rK51Gt3ztpcs6nncXQqcFgMBhat053PUCdbgqfz1VHreXBLvvRxyvviEPM0gxfjpGc5ImeuTouGwe6fZ5oPeTU9jHonXHga616j9dkWKh01480rZ7jnmwL48dtToSSRhBFxQzL2nbyOjx/eAkBhhbGF55mPIbgrlf6BSSeNIxk2nfeQoi8KJuV8YtfyLjiEkrJvsSeHbyJX/hH522kxvSZ7IBsnLoq2b6+YISt94tajFMiHGDh1lxoR4292i94WaBipCC35uPrOLiSOWEMuPbQl73xNQDBFmV1GCuuCRsMaszhvdp7t18kci0GL21yDsIpMRKgP7RdjQzOg3rEe85XUucctvJub9hS0qiS7vFuf/pvvEHIqxjPHu2rZ/nWFwfipgQBG0boI58Mhnqi+DteuBuf59vCkCXKIyYRjMfY5QRmfDtqkOJlfvp+/8xwLsarhux3dEv+hufKmctDsnHlCsmymYNMtI1O2fhwOd0ZkW3X+/FgbvX0+udNyc/i8eP3oUf9c+nGDKI9Svmd8xtwW/b5Z5f2L5z2hjoGFP1jLrKpxBjTPn+jB1fPOBuY0ztEzp/wbcRz5tlH/LyA/I77PvYZvylF+8xR7qFG33V3B+b9ac/WzibBDc+dyWKNnkHyPcDztP9LfozZOGBuV9MW5/NcphGlYQDe9Sp/3af/2m+whJKIbv7g9Sb6Akb0uIp4yvNLPiGlNzdu3FhHTo3wLmJuOILCqdIzx7yKZSjzDCfmY7Xv0YW+f8s85AmytWpJ5maTgTnJJonTzwLIOtPkrNBO3fVai04NDUFDnlXDksP0ujzsS/N0tyNahWE0wYi8eUVPfeXU9lks42GNoSzOMblVM417si1ltgYYG8q2nWw7eR1eP67VNlatD4ZxWOArs3HMgOzYs2mjEMisRrwhpWOY1peYqOip+33IcyCN2IyhT/iz4qbn+8Us5W9AvO9XCMY+sro63NlyArx4HHQM6COLYi3/w/mEgCs0lNlde833EwPOjeV0WAR3zJwL9AeDuxoZ+I1e8ni0CI3eUJ3uYakeuVx+jHsxPrSJ8Y7xGssEDj4sMowHPwHGj2gIanhjlBHunnaOjjGeXPoYGzhsTigZmmMRD+MKpsYlOzkmm2+4VeT4MyUiuuK5Y6W8TgxuIjIYb8aL+2HQJ8ePDRCuUw9w9x5X011OPBPGe7yUMsBc5AeGb5ja8SpynbZPWy68nHGHKDAQ6Wnb8ZxRGbSPGNzuftRFZ3Ogw5co0zGBsVo3L+LqB0k9698xOB+53WekunRU1xYROnMxk7uw/FBOTseeOcR4oB9X831w1vnI4n3z5s1SV8TvIvSei2TTz1WG+P2RnI/zYNiv6bpqyNaqxWwyuCydrMjaBY5zDWRydddrLTo1NAQNeVYNSw7T6/KAbZO1I1qFYTTBiHzqyjX3O+3zhbY/r8+X8n7Jc+Ma4iC5sCvWYU5eNzn7dRqmm2Q4jmtUu3bGq+8Lhk9AXjJySnrc77J7xtenLVKT5xTvG51bZBxPtEVkQ1lfJsuNZryh82DtnlWGsjDiqerbpyzUbKj0eTXXVctqnZQtOT4J1v/8+JicOnXK/Z5zTqaNS3L80uZo2vwoayt8nmx/hgxT1c2ZGfOfDZS4bd3wqmIepc6Z8ZnPVjVtVaPDtLmgGw9AN92SbZednvc6ja9bqvfhYl9XTzSDDI3Ua5P1bzmiIc+qYclhel0eME93O6JVGEYTjMhD1yZkQz/kNSGEFw/OQkh0XHmhXHpN4sT952yrGhm0PRb5aTWCaxn3YluTJYItvHqQneEFwivG/7SNUUk4piudFcosqSeXdgih1XBcwnbxxNIfQlspjfP458JNg2HMMdrE4w05FV5CPHPuWI83EGbTTTHfvMPrNdsrG1yN285S2C8foBvkggAMmblfttMbEshA/8ZGffg5HlvIeyDrWb1J5NJp76kkpJa26KOrVw3Z1pT/G5kxODSPEq8MfUEv5HsjO6WZuCapG9U9Hkgd5yTrOfdUGfCO0h/6QJgl/dGwSw0nTSPFcuOFDilrNh1CpnM+5NgtqgrpxG3MKyV64t7ohnvQR+Ye4PfwRd8/54UPod38r/XDST1wYe2UReoq5VPTvhs/0hnKSdcKnd0uhGpDX3dIP+gJOgj9V9kZXyXtc57XCd9+RyCrK2RKfSScG525z7t9GgR6O3vMfw7BGqH6nM+1PAPoUGXnXNpnXjKOPSv9b/VYM06cU2SpRx8ZH5bu9J/3pIF4s+kHf8MH4OqnQ07X6+uDO+8983VkJmFd/NzOOB6dq6H68bhWams2lmyMd/rE86RkdxpuGoedKlmhgvdT/Px290lh7IoMnTwmG7oy9SOyrANT/gzM9r0w3+vqiWKkQaE8pYm5S8TVIn/3kj3ontUNUeRNs60tWoXwtUlQd50amgKm1+UBM7rbEc3AcroQOTHMIFRbtbFUd3g+JDosLiERWru1aE9WPQ7zIeShvckDnswr3oUmb3nd9trGnXPHnxR54gve4IT8CgMKI3Lzdd7AmDjn814JgV0b8qIxIDACyWWFwIoFNAYsOc8sOjGI+J/jO27y40zeKn2ChZrQZMJRnXGCUTQtsuU6b8DRD3SzkkV5d4mcLjku/I1h7MZvWqQPY7nf6wKjhgAbxpU+sQjm/uo1xcBm0YUc2A1rtol85q/LSbe6IJG62xtBzsgKhj46Y3wcC/qkyOWTXibGw9XtnvLt0z/aBxhw5DbHuol1z2KdxTN9p0/cByOGhTSGM7LmRkvGI7pwdcrzpfYhQdP2k6RYjDMLczYU0DPGoQvHf9aHdE/u8SHok/vLiZicbOQqHysnbkP/5FUiA8Yi43DmsF/0kzPtmL4zPpQaT64a4sjB5g46Rb9DF0IO9I5yw0+Zm0dP+t+0TeoAmxmkAzA2yI4xi+GHEY3Mo1dELpz0MulmAQt05iK6YfwwrNEP+dd4b+nTzpv8XGf+YayyGL94xsvtxiLj7827woXjh02Vo094WR2BVbfXIXNf2d+Z/72n/T0vnPLHN2wXOXEghN9fEhm+4MeGtAOeMw1dR3bkiqsfqC4rMXIz/rphBp8CsjOupAHQTqW2uMZVLEh4szV3uxCeB85h442NC2d8s2mSCzwHyJQvJwXU51fJGdHdWL6+RJbz/R6a7/dCvb9P5gOXB35Q5OAjpXQCgB6vu6N5vnubZW3RKoSvBoPBUAdYeHk7QllOk/VFF5PldL5yslBUhu6Yqdl5Jw/5XfE0cDz55c31A2rA5aofh7S2qpHB9amnlOdWvB8eq+B5rhbKTK25qM4YCqzTLK7VUwxbMd5fDFAn+zVPfKWGLH09d8wbX5AqaSgqnmIWokrChXwYRC43lEV7LuS2Bi+yM5SnvfEZhY+njgsL/evv8oaN+3w6eA7XiqzfHsp39ZdYtzE4AV714/tFTj3rP1+9VeTAg74vGITOW4txdknkwEM+rxdA0qWkWs6LFwxAxor/Oe48ud1epngxTN9cSPBEuu4xbDA80SFjpqHKGMT0R72W/I8BFxNWub5HIcJ4uJOsv4x170o/7hisyE0+PDJh7LkSX1PeuMbAjeexI8uKSoRhyDmPPyXaMv4z5jmGGEYkbbL4J2fWMaQH3XMP8rMxONX43n6D31jAOHf6j5ibNb/blfoieiHqs2MIn/RyYvgxrzC2NUfcD7rXPcYubWLwYuAyt/itnnHGEgOb//U6DEyY2eNnE70iNyHhTg9Dfu6q143xx5jXfqjsjAv5tWwMTIz4+ReXiFKSKPqnnmrmrvOMJ94d8Tsl9b2W8UYXeejFyIucyNptnqQwaXBrW5B2wVJeHIPwPDE+14UKDGyO3PJiTwbIJoZuADFvb31RaU7SH2Xh180WeBWYj8yJYi58Fe+5Rn4Pzfd7oZ7fJ/MF75G0nPRKx5fz2mIh37MGg8HQgjBPd7uCRQYerypZTpdazszVi7Ku85JkurPBI9FRHxIdjDcWzC70uK+6cZgvIY9jcc77xUeS2ZVFbi0kM3g3MUzwOmpNYowojFbawoDG2MbAIKwcww2Dw5FCjXovN15lDFA8nHjH8QSqtxgj7OQB7xEHXEdJqdXr/T0IsXUh8ni/T3qGZwxnxi8mxUobF/e7R+Ser5bM8AVZd21CMpNXfBkxFxrfF0Kcu0o6ch7YrCd+wvDauNMbC3g9kbloIHZ7wwfD3zFPb/PX4tmdXunHm78xXHfe4q8jhBwjjHFiAU4ZOTyPWuOZsVBCuTTdY4OpTrmOMeAeLvQ46Fll4Flz9bCDIahh6ZVIsZgv9Hn9Vu9Jp2284cxXrtdQcbfhEI07hvGZQz6Kg/5xb+Rk82X/Q17/hFZjqG/d540+xl1D/x3RGmOJsRrCvnPB+5zp9oYqGye0gVxsAATm5kw+L+vWrZPM2JAfjz13+LFFADZ4dt3sZeF5Y+7rPHEe3QG/z4PnGHD9RJijjBv93bSznFyPmtSEnzMesLGr15hxZdyvXPaEc8xbjtEXxyA/Wgp3Rw/rovcAn7FZgZHK5yo7LOJ85hjkQ71xQNtjG0ph/chMH12d7ZR3SqX3bxobdlmd7pS2YLwmokKvY84wPLGhzn4CTOZa3griNEqGMU7FdJvQZ023iQjtnE67pkslqetFuDnf76HkdchezffCfK+rF5yOxvzzwnOlpe6IbuC4vmcWCZlMxj+ryVrjzbC2aBXC1yZDQ3RqWHKYXpcHzOhuZ9TAcrqk6OqS7JpNsg5vFAZHmVesDiQ6LLhYaLN4rQYLJfJhUZvG7FoLyYzzSFOWZaJ0LQYCP2DL9SJTIfQ5vgfQvG6Xx1oI9w15wPxgmCkrs3pe+F0InkVybvGwqWGkzNEs2NVodB7kztnJ3LIZya5aJ+uQ5XxgQAca/k3f1Dhjg4Aw6Zg0S/uOB1OBMaTGBobmIJ7rsZDbmvEGWSaEIisrOAYIf7PgBfSf+8YLvkqkYgrVKZ5oQJhqrGeVgftilGH0VkOK5XK5g74wrDGuVMf6eVk7Ydw1V52oBxZfyIIXU41E7sW1tKn9xgibigx5DAKXt53os0sBiAi46DMs56qCbNYt+tyzCthA6d7q+1AWUkuJuOB1dQjRBoy/6lBl1PnrcvJ9nnFJTlIRBv2c1ZxzZEdOjEZlaMfj63gBwtcam1DMNQ1T5R76HkB2xipN9o6VPiQbPWjtdELx1XDjPmz88HzN9k6phQ17rvc0z6Neh+yhOkAZkIvNCzYCYrm0be1z8fzS3OLRWdcZar3XmxRrvt9D8XUuFzuFiT9N1vleVw/oM+7eR4EXQf+PP18kFJ/VZlxbGClbc+nUsKQwvS4PWHi5oWmYG48dOyb5BGlTXch3qvm8Hm3VUwYWzzGS9TjxIMbkS2njhict2Q7QkGgnk5IQRV4KjIu0+8UhhWmeI+1f1E/Y6I+NUoc9vn9Huuzx+DiPYsJz4kKWI7nw9Cdl4brkOLvNhugY+cZJaN5yNTpMOycpQ7WkWGVjStspYZtp4x6TYxXJs2JiroS+iu2nEHrF45HcSNG2qnlW02RPu19Sz2n6SiMZS5szZXO5O12GOeZoZdkTciYxG8lZI1Gv91PUZ57PY6SJxxEGzUK42Szv5Gow15xY5DlTfFabkem6VQhfmwxNrVPDvGF6XR4wT7ehaZgbR0ZGpLBup0judP3IdwAEYXh4yKnD84UnCM9RJVRqi4W+sqIro3QcUjebDBi1eJZmY88lZJiwcrzcyIm3CgIq58mEeAliqGuBjZx75bwXkhUzxrULZw/M5LhyCS3F00L4LJ5e2lVvHx4+Qm1jhjnCpflXQ5A5BzZxFopcR0g3YbpuXU5YNp7CbpGeFV5G7R97echQKEhhdFhGxq5JoX+N90rjjcWrzj0IrSU02IVYX/ZeUPK0MShdKkCXD+t19ZMLIU851Dheu8V7H8lFxpPJx4RHIx/t8ONItMjrhnW924fkE4rN2DEfGGPuQx9HA4s7Y+w8yRMR+3BPYH8P+eJ4Yp0+o5xDZNZQanSFzBiBTi94ucdFugk1h4Qt1GjGS8v59JnP0OXEZClCQcumMe9d/7gOAj3Gvc979TUPHHlJMWCjAlkdy/w1T+LGeF274scGnfM53mYl9OK3y/HOe507uUJIrIZAK0avSuH8cRk5cUYKWzf5Z4t57DzvQUZHNhZY2Xlm0LUz5gLbO7rQ+7kw/MCojkyOaX06YtqHCyHrUy3oH+NE/rUaL7mIIZ123BznXgU/X2kTY50QefROu8xRxoTTCPklND4brlWiOTdnekMkQwhjj+EI9XpLzzPPHZEhLmw8vGPKwsbDMw/mw9QcMzzr86W1uOM0FuSM35Fp1+m8dXOW52RcCtmsjIivNuB0l/bOTOtPI9OVYpZ/nhvmA+kO9fpeaASpKM9KGvFdTEK4iKzdxe/VeDOlWdAqhK9NhqbWqWHeML0uD2QKy+jJHR4elsHBQVduYeXKEEJpaApMT0/L/v37Ze/evZIjhHQGo2lH7ezlwBlOkz7XscjwDPv1c2YPDU22pSy/3D8qiTVDpjQZMKJi9u20ayGxeuQTpfBPvJcbdvlFLyRaKgMhs3e8PCpNM+2NRQ2DBRAq3fIVJW8ghvuj/88vBF3YeUZk426Rrdf5vG4tU7X9ZpFnH/G5rVxLvjQs1uu3eIZqRyq23efwHnuiVG8Y4rTdt5Z7A+n/ocdkenRY9ufWyN6OCcmdO+JJsM4c9f0jZxhj9Gwo/YRc9BkjCaI0jAT68fQD3vglJJmx3H6jDy1+7HP+OMeuv9PnN5N7DiDpom8Y2a6UWshFpF9PfL5EJHXjc/1vx8weLA7HhLzKb4BwIeRrbIgQ0g/xFnAGfcQmrvpxRGkhTBnjBsMGkit10HP6g//qSdncPOgSueOlnjwOo54xwCDFgNuwu3QdxhELc0KuHYle1hO5HX7cl37TeUYIOXIdeNi3t2q9H2PyrBVsxrjw/RDqyj0x4CHlY/5qODjGPHNt6/VlzOvT10Zl/0Sn7O2ZlhztE+qsBGRsWiCPsudHc6EYBs4Ys9HAPGUzwKVABLI4NlO09B392H2bHysXCp/1ud16v/hZ4nwI9zjORsNT9/ucWsjt+Ax5nvvq8tiuWF/VjjvACHX592G+syHAvSEwhE9By6dt2RPdrMr3QD3fa2nXJedteK9N9w/K/qt52bt2heTQSbLttP5UI/t8kWT5L477xpkRCPMZv8WWXUkIIbFbRJnKvlfjqJBmwWLrpg3Q9Do1zAum1+VhX5rRbWjOF06ZF6AGopb4OozJI08EgrPE3hKLIIiHZvN4a1sYLaefrRy+CqlMLFssg2MIxhhIaV+vZdH/6b8uz7fECMIAwNMGqZh6CDFW3KKEBXBG5OCDfiGPMe28c8GThZFy/d3esIIgzV2HFxwPZqf30rHuXol3NZT0OnPEG2rOs9TpS3xRJ5vFo4apU7YM/dA28pEMOnLFG8GQUGEY0/7T9zuDZ7pvhewvDMre4/dLDm87htzqzaF00SW/uCJf2OXXwqx9ynsnIZBzdZevesZnFv3Oa9rrdcrGAF4jSMhcJEDBG2x3f6UfAzYr8GY6z3rwlB1+1JPC4U1lI4LzaQcDZMfNXg/IjgGFR3jP7V6GoTPeA027bDhoDXSmFAaOy0fOiDx5n+8/xh550o7sLbCys+DG6Hro46GGd2cwBreLnD7gx9yVtsv46/rD5g66Z7wZdxambABouSlI5tAXukbnbH6wgUH0gItIgIyIHGhYvVeI7H1OyQPNXKJ9rSPMPWk/WVuY0HPmKO072UdluiDe6F7RITk1gJ2OMn78uI7Bcezr3X7+09dk245ort8bqniZOcYc4XlzZHXM62si6zaHORm8uRr67Z4viOeO+utoG084jPf0hT5zvhrf6O1Fr/XebeR85otej7xb3LwfDR7VkP/O3E7eT8dKPa7oko0qreXNpg8eWjYeuL8+E8xdZ1xMiqzfOTMdIfkOid8lRx8vN0pcRAkbQqG8nOtPIO0j5YK2QPI6RTxv6Vd3v0yPXZH9h4/J3i0bJHfsqfJ3JvMr2Z9qZJ8vGL8w12aA+XLd3aWa1/P5XlgMUtHYS6/RIvpdk6bTBo1nSyzkF1s3LY6W0KmhZphel4fRbeHlhqYhkdi0aZP7XTfyHUKPMcrSwIJuLiZZbQsDTr3b1bCsxjJwbSWSUb0WwyU2uIEydDvs9DW1y2QLdXb1HAxCfjAetC2MHFe7eFTkXFjAbt4TyosFkrGNW0X23u3HCgNXNLx00ntLFZt2eXmLxFKByEpJybgXEQqu9vAV/38GsyArmwpXJev+z3pjlw0DDBzkOvK49/7QBkYvBhTAI84YwGTOD8AzfuasyP4H/f94Sl2ZrgDuwTnUFXfzKC8ywMtvpci5EyKnDvrzIOXCOGG8lO25SCgXCM9c+HdYBGrpGgwrvLAQb+k4cR+834wfRp/THSHWMJnrdYEdnE2gYkRCYOvOUTM7ENatHPeGDcYrXmF+qB1dYGMj6AvDEQ+QK0UWysnh/eUYKQ/MNzcf8BJ1lOYC90ee1Rv8/xiNK1Z5w5hrYDPHkGFs0uZoxLzOyG7qmJZsIRcR602UvHg6OLo5wThlUtpWGYSogqOhxjpcBT1+s4ToAzfXpkptudBzGNU3+h/GXc9j3JHDlcILwLgkSkFJmxhrjB/GQ8dG9+OKnvjAVp7rmXk/HSsF8yEwgDt9aFqAbjLoMxExhbtnMvbi1VqVgetdPiebL6QG9M9sS/9OQzxvA7K9/bIp1yvZK2dmvjPT+lON7PMF7+U0gxvwvpscKyP2a0pS0Zj4bglZu2d8rzYjWoXwtUnQEjo11AzT6/KAPbWGpimXsGrVqvqWwZiLKbZaJtmFsKxWc63Wzo4Rk6ToYr0qNuwo5xEjMHn/5GJP20i2lawnq7WB47adnNExPJTxbxdKMy2rpkfK9x0wotLaKvPm4TFOyI4RHDNtx23EBknamGsoNdDQ2uT9km0y7jPYwyfT/0+OX1I2xkTrkbvP8zPbo79p10Us00V50o7FfdSa5jHiz+N7VzNHo/7xiK7K5SWDHpNtJa+rpu20c5Ke3bTr0sY9mnsOjEEc5aLGXHyeGtaztVNprNKer7RnIk1fs7Uz2/FqxqbGd1bx/Zv2rknrz1wyNsN7u1mxiKzdDfleNSwpTKftCdPr8oB5ug1Nw9x4+PBh2bVrV/12cPHIuJDXrpIBpURjhJxWyyQ7G4sqCyRClvGu4Q0nzJY84uS1hKHiFVPSHM7Be8fnaQzjOgbKUn36cCDbWRlCZwdC7mjIpdXwcsITHcnWKh+SDQijJt8Uz14nIboQ9vSKXCDsNxBLuVrg097768jCkCuUb8IYdF70rA8P5949hAJf8n/T1uVAfoeceGtDqGA+k5PDudWySzKSJbQdeZVNHG/zOOWXct6DSEi1kmA5kOs7LbJmYwiJ7xRZtdaHXBNuTTg1oD3uh0fc1cXWfPcopJkxJjTb1SoO442+0IGGe2sYMOOp7WDk07Y7L4Txnz/p9Ycxorp3Or7m78PccroLBGWOFIx8Z9ID1vt+M/cYL/pAWPnACpG+1f4YOub8syGXHwys8/3nnkN42wkPHwgh8RGjOd7ejTtEegd9v8m5noRw7ulQBz2EntNPvO6aP81Y4emOoXPWqaLgw/8nr0l+clwOT3TIroGMZEWJxybS56jzPmMYFrzHWb3ZkJpxLfpw5c5CzW9C4rUsGmOuYeVlz0bwsLt5mw9keByj3neHj+agr4TW4wXmWXJEdhAI9vjxw7uGLvCSpzL/d6ffzz1nUfkw5gjtk76h05a5wXMCB4TmfNOfYs3mWfqTJNRKe/cosRvzGL3EhIbM4fgaZGUjCn3EdeMT7Rbfvx3dM3fi05jka2GZrpUwrMkYwOsOHS/GNUmEpyH/zfy92sxYBHK6pcay0+kygel1eaCjXpPFHn7DQgCf38TERH0ZOR2T7FM+l7cYqh2MrV23lTPJzodlFSP22S/7BZPWlE6ST3Ht6GM+Dzn2IpHruvNm/7lbHFBLOgpvZRwgyoJEikU7xgWGDQbc9ptEVobFP0YJ4elav5iFG3nSJ58RORjCUDE8Jh8S2bjHG1/UHya0FDkZbq7HKMDoOvpkCEOGrbjbs3BjICEDfcSAZ6F46BGf0+2MsV6f/zx62RsOjKurP52XwmCPTEz1SAFSLXLEGXtCpekr55ADi7FKW/zvDPyw+ES2jdtFju/3/xP+6+p7j/vxpab4+WDwYrDtvt0bXIzp1EGRg4+USM3YGEBWxhlDizB3jD7H/o0OusO9O324NjISju4IpcgzHvMEXfSR/FbGHoOWEF+MHgxnCKjQF8Y290LHJ5/1hrhjis+G8PsRn/OOEUb4M7rAKDzwKR8F4Poz6PPA2Uggz50xpW2XQx1CtzEsd97qDSk19hiDp7/gjWV0j/zIecuL/AYKhjZ9p92+wCBOO8wfCOrUoEHfENE5wrKCz+1Hf6s3SWHovExkV0mhQFTBRGCUp376lO/z4cueuAxDFLAhAxGfGvBO1jU+DUCNODYI9n/J/+82JKb9PGUDQeeDey7Eb3KsglCLkPcx/wyQh88mBSzb9A9DkzG7eM6HI5MewXicOOjz3tkMYR5BjqfPG2Hj/GYu8TnzIXk/+sk4KKEi/WAM0CebCrqJw/GbX+A3M0hhcOzsV/01qq+0/oDciRKRVNq7h+uJjmF+xu8e5Ca9QlmfJw94cro44oG5D49Aghm6+P7dkMK+7ebssB8THZdqWaZTibKi/i2UAbwVwXhljvtxSX4n8I6pI2t3Q75XmxXzmWstiGWl02UE0+vyQHY+E+NjH/uY/PAP/7DcdtttLmEcMgcSyG+//Xb5kR/5EfnXf/1XeyEYmgNu4ZwIs+X/tNDkSmCnnC/u2EOFMeMMbrzo0SIUYxIWchbg7rwJf27Mtgz434WBTnhjCQMYg1DBQhmjiPs6T2TeL9odaVjUnsv9Hi3JhgGH4YyHF6MSgxtvLIzhJ/aLrCHvtuCN4yc/X+7FwivpwmMxJC95jzKGE4aQ2wRY5dt1JaCU/Tgfyi5d8oRhamSxqeG8vIGRmxxZGJ8hqLp83vcbA4mNB81BdQzhe320AEYX94EUDGC0s3Hi2J/xkI+Ws0DjHcLQwSChbTzncYg8i1uMT/qhniTye3fc6Jnc1djFMMWjS945OdLcn00H7kl7zts74Y2XyUDcBTDuXSmuq/5zdMkYomP+dgzdE95ohryNDRUnd5fXzalDPo/dlQUb99fCno5nlNz1/Q95/Sm3gGOhz/pj6mJFfxD+aakx+sT1LEZPPOONf/oHU3psODlvcb8IBFoYibStBjebAi6nN18iA3Ne6tBnDD3mL/OQDQuMehddkvNjoQax8/aGOcpvZfzWUGE2Xhgf+q0eYfqqBqXrX65UQaAjaovxg1SO/rHxwTgyhzHyya1lDtMusl4JOfXIhgEHeaCWG6Nf6ArDVaMekvfjvcEGiyPoY5Ohx1ceYCOF+a7h1zwnpw6XctFd+bYd/pmerT/ARYwc8l67tHePu+6kn//xu4eNEzZ5dN47zoBkDXRKAAaZ0sD7AgZ0xqR4TU5k7TaRvffMNLiRrZInEfmTRlCyf2lAZ0kZYgbw2cgvWwXMh2T6jONpaPHQ+aXCfOeawWAwNKOnG2/2+9//fnn7298uzz77rPT398tdd90lN954ozO8YW47deqUfOADH5Df+73fkz179sh//a//Vd70pjeZF9ywNICQx3lF95XCrzs0bHVsbiK1GCyMYZXV0DUWvc7LxCI7seOM4Y3BhDHCPVjw49F1IdwhzBPDhOMqA55bjAOt0w0wSly963yJ0RtjAgODhT8LfDzEEFhhUNA2ZFVsBmBwEVLOgtl5cPFanxbZvs8bWG58TnuPJwttFuwYABjFzlOL0XLZGyB4IQlXp61nH/WGFR4Zx5Cd98bwmcMi227wBrP2j3HHkLlIjehVwXN70Zce4hxCyxlPSOLQj9bhnh73REmOVOhyKHsVSp2xT4ixx+IU7zrGOMYesrAZwXgCzof4ilBvl+cOK/gVP4ZsADDGGExcj8GIPJqPSzQA12CQ0w73wlOKbGs2lcKpjz0tcvPzS3rHI8+mB9EAzjgOIeXoybHKX/Xj7DxaO0ukaBh+zMu1N4Ta66RCIMd+7w3G+EV2gJwujDzrjS8MHo6xgYHHFF0w5s4jyYZHKPeEdxavPEYl1zDefaHmOeA8ruEz2nbkdiH8W8nBNGQcL/blMZHuNZ7Znb4xLnyOYaR1ymkPI4/ybcwxNkUYQ87HIOb4xksiK4lMGC/pS2uQq0eYe6rn03mEo68tNmqIPuAcNiecsX3ee+3RpTNY2Wg4EDzUa0rjBxgPZHdpEsyH9aWNsrT76Vgxz7mGjRnGhjnFNWpUoz+eZZ4fxkvDh+fqTxqhVvLdw/PHu8W9z66Vyt+5UmDT/hlwGz153/+0EObZyLrYaCEsN8m+XVanuwqW6YUQhlWSoR0MbvrNMwCLfVrof72J6ZYDFpGczmAwGBpudGNgk0fyhje8Qb7zO79Tnve850lHymJhampK7rvvPvnQhz4kP/3TPy2/+7u/K4888si8BTQsD5CesG3btvpu0KjXgEWmsnvr//Hn82FZdWzLs+yeq+GszL/OqAyIFwexDCykNR8cw9mFW4dzMaZYoJURbI37tjmOcYcxh3Gu93KEPKEGcvHe+VD+KMjOwh+DiPYcQ/FQyZgePud/AGHMGMDKvu289yx2hkth8RjDsczjI5Jdu1m27Vgr2VFKe+GxXkP8qM//dWWPgtfRLYwC2zpwHvkwVho6j1wYwc6LryH4GjZY8Hsf8Xg672yH/2FzRL2QGCgYszEwWlnoU/Pc1aoO4O847H/bXr/RoYzqRQI2CLvy3pONwYPxpqzSvR3eu4iBqOOD7piHyDQZfpy3d9pvTACMXjyZnFckQiLfPPIAuk2KKS87Xm/1nnE618Xeftf/QmneutrX0TtcQ815TlKJ4dg0mnThUds2rpcsnACqG43SiMfOeduj0lo9pEdMh1JwYY6qQRjrC4M0Dgflf/rncp6H0snhXDoC8od5UWQ0z/o8cf3fedD7Zl7PBk4SafeLxwO5HPldyJuOx1nHnfnq0hCi985s/alEqBW/e1weft73JWYuL96fEoB9pXuy8aEeb5UhQdY14/1biX27FsNloYRhszGAtzK036yf0sKe60ik1pDv1WVOTrfUWDY6XWYwvS4PVP3UvvrVr3ZG9x/8wR/IC1/4wlSDG3D8RS96kbz3ve+VQ4cOydd93dfVU15DGzM3DgwM1JdltZGEPGnkZ2mfz1eG5PEk2RNGNnnICq3XGV+Xy84ML8UrHI+xLs6TxFFp1+HpUujzX0ayNLMvme5eGVixYqZeY7IgDZ1NEjYlSZucXNF7Jw4vj2VIG9O4nmk8bkl5knqdMe6JkN0iKVL0Ku2sUM89lkvTA+Jx4Bp0lrwf7VWSJ5Y5WdYuOeboOm3OVDN+0X0z3T0y0NUhGeZE3L8kQRh9U++uayNKiVDwedpYJduJf8dItp9ciPJ5mgzVPMtzEVo5EsQUozft+Uprt5r201DNO6XGthvy/p1v/9odizguDdFrM2IZzbVlo9NlBtPr8kDVnu63vvWtNTe+Zs0aedvb3lbzdYblh+npaTl48KBcd911jiNg3kylQI919vlFcUyiVomQZ/RqFMrY6z2fs4UyEoZNeKXLGZ8uhW8Syou3jvxmzfnGG3VtrBTqzHmwfzvjIutDVJOykyvc0es9XHhBqdXco0zMgV28N+QxZzB4gneS0GLCvLkXn+H93X2bHwMMPRiPCR0eDbmvtAkRGCGveJcJwXXeMTzEWe+V7F1Z8ori0UT+6RByzDg6eTEuYIym3nPwJq7ZLNMTE3Lw2FNyXU9echjRRAA4huWuEBI+HcLML5cYqyF6cpNiyofcaz473kOuI0SY+zljaiR4+WEnJ5T9VChvFrymeP4JO+c6dIOhzvzSHGNkgNFayYvQ64CyqAcCNpfTHTzm9M2RyREG3RtkhhW7X2QV4fxdIQWAtIJhv1mB/rnP6ownSMuEHH30QXuEvDN2yM1tHZHYhA+XVpZz6msTko7+lIGdfkwF/eA1pf+ORO9gia3fsZJnvWz0hfro5JO7TYDeUrg3/WARx7xVj7f7PERUMAaOBKxfpiUrB0+ek+tWDUpu/Q7vRdYFoLvHNS8b44X8sIQz/twnM+bvQR69EttNBI4CZSCnPeYJ/aE9xor+0R7jg1eZ8HVkWxHk4v5EcaBr9z8bNKE9nTMQquEKdznjYZPAVRzYWRuBYkwgtgnm8nVR/XVl06du+faQR65s84SeF0pzTdsnwiEOM3Z5/SGkmucp+S6qRDQWVwYgYoJ+J0v/xbIrJiZk+soFOXj0uFy3Y7vklByulvdhrePnZJsqMba7/ozUzjpdLVv1XN8Vi8l0Xcu4LFDOeX2vtiJ0THmnJNMpeDfUkZxuqbFsdLrMYHpdHrCSYYamAbwBC2Iqndwf8hqjdgjzpV0M1UqEPCxwnnmgfBHLOZD5EAaaBhb7Nz5X5L5/8LnRCsjCbn+JZ/d2ObXk9ZJHOeWJu9y1azzzMMzJLKb4SZN9/WaRh/691L4aibe9xIdms8Agt/vI4z5cmwU9i7JbX+TJnZ66v3Q/jMHrb/PHkGXHzd64fPwzISc062VXlnGMG4wl8s7JZyaHHbtq371e9sPkjQdZIYi65Sv8MRY7tEWZL8b14mnJT+AlnxQZOu1zX7m/sntjlDz7iD+GUXX9nZ5d+qn7vBHG+fQNwxTWcK5DTozIL/5fbxzQt713iZx91hOOgU07/UYKufJseLDpgAGPgQQLuDK/cpy5oItY9HrD80p6xZDBaOb0vXd7kjqMNoxQ8ucJR2cTARnueoXXBWHXXIeMVy+IDNwUyjQNitz0XN/u4cdL+fDX3eWN7mcf9sfYsOhY7dmvYY2mLXT+pY97sjPAvCJfmLBoDZ12832DX5wfCG3pM4B+nrkvsN/f7OWMDUXGhXPI+3fjt0vkvv/jNzEAukCeYU+yls+tFjlPnmS3yO5bPXEdbZO/zPzAMED2Cfp3h59nzEmVnZz9vc8R2f/FwFK/y8+DOCKADQo2jOA2UJBacPwZz8oNmO88hwceETn6RGmDgTJpO28SOfRlr+tdN4sMX/L5+jou5HKjs7jEXwwlMZvBiBwRiHWtF7n3a0W++C+l8UQG+sP9H/tU4BSIKhvoXOM3uonfPRjZ/L3zFq8jxjT5LlKisfg6txkRGOhVDjZUku+UJPmZvkcnJyVPiTXSZhhbCNnYTKz2fVjL+Dm2/LCJBngGkIN3WaYG1ulq2aqr/a5YLKbraselTnLW9L3aqkh7luJ524ZlwwztB9Nr+yNTmEfdAcoV/L//9//ky1/+sly8eNExla9bt86xmb/0pS+VzjjssIkA2Rss60NDQ478zdBcu3z79++XvXv3zr17i9fi6OPlCxbnHYDtudMvSGJ2crxeeLTw2CUJeTDMHvp45fI0d70q3cPjrvt3v6vu2KIx/jr8ce7DolmZmMmLXrkhsHLjQcKwyYhQtxoyHTBD9qxnQad92uVLVsvL0JcbnuvPo8ySO4an6JrPmYY1GSMPQ4rrudbVCaZE11YfasfCnDJQGALqQcag0VJOeJ3IJ8YoZiHIooXQZGfY4EHAsz4ealmP+wUjjOUYWtRpxss/OiTTKzfI/ule2Tt2QnKUJMPLCXEaRvbpI/43XlwW/Px+5oue3RwDmTbJn8a4pS8syll8UhoKTyfeNzYs0OfBhwJD+QY/vowNf2MkXHe39y4jL3rGYKad2BMCURV9LM6HMd9vgB51Hu3YVyLSQ0e0hQxu8+Mxb/0Mkvda8J5W+ku/r7/bb5gw7siB9xOvs/P2h/B9l+M95r3Y9J9cchbWfPbpj/gSaRh0jtl+pdcXc/R5r/aRCsj87GN+g4JNDww4jBhHyvaUn2srBkWOPBUiIYgiCF5f9WiyAcE3whf/j48SYGy4JwRxZ465uTK97Uav09yY5IgSYAyvv8NvbjBWjsQNDznEaytFHvo378l1z6Cy0p/3crGRwXjinXfRG/1+8cy8oi0MR8aOMUQfT3zOz1k817TJBgzl+Ig0YJ7QXze2Ez6Xe8Nurwsti+dK1OFtD6XJ+Pq765Wze3HLvKQVCMTYUMOIwoDUsmHMETz2MdEZRGv6TtH3mHrneB4hM9QoBcZcc9/T3kUanePGHW86kTCJkFN0yTOg9Z9j2aP36HS+IPsvXJG9G9ZIjo0QcvWViLGa9+FsiMePcWAzLpN4bzOn0Un87mZe6nNZzXeAIr6u1u+K2e5Zb8w2LnWSs6bv1VaG6jkZNaKRTIul00XAstHpMoPptbVRrX1Zs6f7T/7kT+RnfuZn5Ny54LVLYMOGDfKud73Lka0ZDIvGVMoXLQu3/HgwVKONHzw2EG7BjpwEi9Y0gxtwvBLDubsuhK2zmHWGbKipDLQEFcaMY3M+7b2vhEFrXinHlYApKTsGBwtpgJHBl+u1QAZDKDb9Z3HO3wCPIws2PHzOIAyewmwIpVbgCWNxi4EACJtmUYK8/OBNJnyaxiBV4wes2OU9hbCUA8aSxSL90/HDq4zhwzGVi7+zXYFALJB4cYx+K0kbnkZkx2AhLNvpLIQ4syGAQcMPBpYri0SZLBFZt9kbMowDRjhwnjjCt2FxPuV/qGve2xcYvEP4tnqJdCGr7LbxfMAAZExGNQ8Y73yvNxaVaKwbNvNVXn6NSNAQcYdgsLPRwD3pD4YRof2y1nvJXZRC8EjjfXVyTXqZ124SOfqUry8dAznw4PHD2GB0Y2xOYriNBobya2EjIMClQhRK8wrjGOMe49oxdk/48WVTII7e0PBtNkAAcxQ2+q5sIGwL8xJZMebZRVDyLuYB3lPAfRyL+3hJz1oeTJ8lmMhduHF3qa43mwvMK3TsCAVJKejxx3k2KG/mdL/dj/GhqM8r1nnZdd5iEKte9dmbq4pBTGJWCZClKWEanvhTD/j7JonO4ndK/B5jrJBHxxjE++Fp7yIlGiPKwI17Chzhf9g0qeo9eqVEVMgcj+Wf7X04G+LxQ9ZMynsbTCbe3bOxTlfLVl3rd8ViMl3PNi7NJGcrQPWcRk5nY2UwGJoENRndH/7wh+V7vud75Bu/8Rvlta99rdx0002yapV/wV2+fFmefPJJ+ehHPyrf9V3fJV1dXfL617++UXIb2pC5cffu3dUxcqYxkSY9GUkisErspXMxmFf6PO14WfhiWATH3gktHVXpmlh2ZVV2baSEkvG5er7jc+Lar7SdHE+uixd3mqutIbBOhuC5TsqVJlMsG0YeHndlCUev+WnZ3TEm2bisGu3H+tAxiPsTy1OUPRiGsUzud3TMsYgngncIcY7HPW2xrvIk9ZqUY76y4/FMm4NlzPIV5IqZsYuIxl1lTso1Y25NljPu6+fJORqnYugGSNSn7NSE7O70LOZlMqSRhsUbWqqXfHKuJbw1zOHpjvJzQNp8L9N9Sp9pKyYcStZGVtnriWrfKcn5kPw/2ZdK7c6XuTk6zj7Q7tX9klU2+qSe5pKhWszVx+S7uwrZZ/28nt8VjUSD5Kzpe7WVsczYy5eFTpcZTK/LAzUZ3dTofve73y0//uM/nvr5vffeK2984xvlPe95jzvXjG5DTZOxAiP+jHA8FoZ4+LSuaZLxONmOI2gaLSenKeZVBo8khFOc4/JzAzkWK9Fq2cVjGfCm8cOiFU8cX47IjDc6GQ42g6k5/O/CnrM+xJPrWIDhcaTNC+Qk64LY1UgKYcdaHignMrDWez9dje7AuI030bFFK4M19aanfAgrOcmc40ovYeCE+tSQq/GbcleExhKmh/GNtxwDDe8shpz2z4XuwloNAZwPm+yAkdt5/VZ4OSF+wzgnRBqvZSF4QWkL+fCuEWrOcWTVcGXnGVrnvezcBx1gczHWWvea0mYQWDGOtE2urxKGaZ41BtvQRZGeXj8X8OzhjaXkVi5chxyu3Fs+eOtzpbJU/Gj/tL63YxjP+KgBxp9rkKF7RfDsj/p7EDrO+BEV4cq1MSadfmMAOQihps+EiOv9uSYTGa6O5C0ccJwB3T6awZ2Lfnv8s4HM5Iszb4gqYBw47mq6U0av2xuynIfnnPnCnKdPm0MtdbzLLjQ5MLI7gqIu6cjMwpjN2Gn/OE5+M954p/vAqM84oUPuXZyDnSF3NZS5c2R42dJ8RV6u55nSetjOW79eZOeNnqiMkHLSDly99f3+PO5BBAGEhUnDhfa4p74b6APe5phArKw+dQVyq/g6RyRHDj/9KZRCXdGVEqS5Zz3IQl+dVzOUkEMPjC/91ut4PmI5YxlIQ9DnPM1QrsTcnDjewVgnqxjUypw+F2GZ6jwOIQcaPcLnzEl9t1cpe8XP086b7buimrarQbUEb7Pds05yzvm92g5YRuzly0anyxCm1/ZHTU/uU089Jd/3fd8353mc83M/93MLkcuwDAkkZs1TislwWLRhoEAgRcixY1UmvPaCX1THi0/sE4ydVRtLNXFjIhrygfH0Hn+y5FGTsOAlJDhmOI+RxiDMYpnFFQYe4YIYHhgOLIg3X+cNBGewqbGT9XKDpOyOhXyfyIGHPNM4Y6KM2Xvu9Hmc3NsRksEKHawgDFz6dva4z3XFE4jnkj7uudWHcjtWaULMj4bc7qslgwZSNM0DZ8we/jcfauwIrvpENm4XWbtN5InPh1xu8qFvFOnq94YVocbklmJIdHVLvqtH9k/3yd4VIrkL5ARPhRDtCT8+GIDnjoZQ4oIPD79wSuTMUZ/zjkEKkRY53RcfKHnuGWeOMy9cPu8aPzce+3QpvB4dPeerRPI5kQuHRVZt8oReGMDFesQrPanc0cd8jixM1tzfGa2hLBntIisywJDNuJMvzdzTiAD0huyEiju2+UBgx//k0UKABoGbMmWTi0+7GIUYd4T9Yzgz9syTA1/y17PBgNHKmBMird5ewv6RjX67UHPyn8dDLvqIf1ZcrvlmP39IGRg+4HWqjOY8Q27+wu67yodpE7qPkUB/aY/NDMjjmDNszPQMSL53peyf6JS9XZOSiysBcF3+aDm5IMYumz1wCdC+y6UnxHzSk665DZuw0UD4P31Gvjzze8zPV3QEkH39ZZ8yQFt8Tq7+zc8XeeI+kfNHgwzTPmz+xueLnHjGzy36S411xltJqZR8DAOJNjl86OFS/jXAC79lT/mznznmDUSNnkBvzEU2yMjTzwWWfjZv4qgB9Axfgr5TmBeTBzxxmdtgCPelLd4lXWe8jnj2MP6RV4ntYhlc7u9R//6ATT4zC1N5BRZthryY0+14HK7MNLCTFR+SSCMsS44VsqJnJU3jOeN5Y1PIbXSNlhjs2TyrQvYZiPucdl6l74q5xqtaVEvwNld/6iDnnN+r7YJq50MbYNnodJnB9Lo8UFN8yooVK1zt7bnAOSSUGwx1AYvieBHD4oPFJYsRDBktD8IijVJEujhhEQsxEQudeGeYdmiPdgEL8WTYN/+rNy0NyiAch9Q6T2KfyNbrvGfYyZD1RhFGLYt9lZ3rMNqcNydFdkdQFoXOFg2FvMjUtdLiDnZnDBMN/2X1zCbEmg3eGMA4xKDifnyGQYahhVeQHFSMAx1T56VlHLIifatEHv2MN2AxZBgzDHVIzA484JnXAYbouWOlfGmnr1G/yYDBQj/QA8YNGwQYcUr25AikMCLD/8jmSnuFcUNmDHkMDzYPMHAxINl4gLBN6y/zP3nKLnw5WxonmMNh0p4c8aRhGLIs8HUsHcHYM54pfV0whunfekqqDZW8sOiV65EdYwRdYjDG84O5RJ8hMFOiM8YFmTHGXV7yas/QffBBkQ3bS31mbJHTlULr93MTHREuzabGudMid7/Kt6OLLAzVrftEbnuRN5B1Xuu8U91cOOM3MCAqwyikXwMrS55cwH0xYlmc0haeU4x1Nou4DqP/1CFPDsimTByiHVcCoO1HP1WeDz5MRMFKn8PNmAE2FtgE2HmzNyr4YWwxLDGW8foSRcC9tu4tPRMQ9KFzxlYJxpD9wIMiF0/4OaO6ZdOLsaYfjBWEbrSpzyt6YTOAzQ7n3e8UefYh33clQOQHJno2vtRDzpxg8wNDWT30jB3XYSy7Ou6U9RsPjP/RV6zbcEjUu4/rvjN/0QEyOoK+oVK5PI5r35Iy8P7gXYJeML7VQ51kKq/Eoh17VGkDVnw2eZIkanHFh7ne0WlyAs255b2scjImbDQxvzV8nTHR+Vmt7Gl9Tjsv7X1bzXhVg7RxSPvOqaY/jZSz3VDtfDAYDIZW8XR/wzd8g3zbt32b/NEf/ZE8//nPTz3nvvvukze/+c3uXIOhLkgjw8Ew48uUBTyLcEpd6W52MZRxNHi4U6a5kquwsIXsCW8n3lcW5oRHY3xyfDbiIBaJGLRaz9aFItNGMGiU7diV7GJhCZMq5aA6vRe9WJe2c6bsLNhZ/GN08D9GpxsDjLDjIpv2+LJOGLab93qiOICh/uTnvPG565ZSyLkLsQ4hz2wMsLjGWGdxz994MjEMh8/60GKug1TN1UkO4dP8sFjm997nevkJ1z5zxHv0tDa4ssa60NxOkTMXRfq2eiNLc425F0YrRgUEWISWMz70DZZ3/sZwYWMBI5F7sfjE8IfdnBB0SjIRho7+CSPHQMKT7OycECZ96ll/X8aJ61yIP56jbpF8iBTgnnvuCON3TeTwE94IpBwXfXcRBn1+rri63cH4wxjCEMSwQv8YqJTBcp7ugh9f5iBM7s7IDmRkGIcYzJCDAcaC8SOknPHCCGUuYQA7hvERkS9/QuSeV4nc+QrvQWVjBaMQ0rBt1/vxo+3zJ/zGAvKTgsD/GDQY9y7tYLW/HwYw4845GIF4hDEaXTiziBx8xI8lRhbjt5m62hCk4TGGBKwgsnVj2HwIhhhGBZsfTrZQFo5NA+SBOI7SYWxIuTrWbBBc8M+By9Uf9/PZefB7/VhoZIg+N4wl90ZHWqeb6AsMeu6JTjif8zgfwxuW/123ho2jCf+e4D76rOoG0FhEIIbcavzxtwv7D57fmEuBzQF0of+jQ7fxU/Cf8WxwPw0/59lggygm+UIOfY/RDpt9/M+zj1GqYbExyVhSBoxY+g87Pf9zD+6VxrKeBNeSMoIuRo/5ecqcg3ywWKc7UfGh2nd0mpwAWV3ayEBgLA/159msi+sr8w6ajSxMZZ+LWb7SeSr3bNfWimoJ3mrpTyPkbEdUOx8MBoOhVXK6X/GKV8gLXvAC2bRpk9xwww2yevVqVzIMIrWnn35aTp8+LXfccYc712CoCyqRoKhBSY5nzEyuixqX/zg0e7vOWC6U2JNZgzsjtwKxVhLKIKz3I/zT5XRvnXkuhkBc5zZtEauyExKPwaLh63ik47rKLv88Wtxt2OaNxC/9qzdyKmH6rrD4S4wL/VUSJRbLGpau6Mz661zue2AsL4afRjnlGBkx8FwOT4bc2ijuFYNVF+T5sNB2RFgTwThaX8oBVRC6rgzb/KjxSVg4GwROlHxgXg8GlOtPCINHTgxV/mbjARnUg6SEXC5nOnieMfAwDIgY0PbUM+kiAzAO13mdYljTvrK9Y0gS3l8cdzynYU658m9szoSNFMZyPBgm/E2/Yr1wDjnfn//7YPBe9uOM9xmsWuc3KtigUK83YdfoSvvtvMBEQQTjFTkLW0KJtVMl1mzOd2R0eZEzoX0Ma/LdFXj0V2/xG0KxN1Tl5l4w1rt+M0fJoT/n9aB1188e8Z/z7GqEgQJjn3HW8dLnRp/njgGvF+BqeBdKubPoJR4/nl9HzBa9Q3hO9FktnhelljgdJXKj+RyZksR3FYnBmGtBJoz82Ui+9D1G2/q+wWBggyQuWadkWpXI99SLzGZFWqWGSsAoYR70D/nf6JRjtbCU10oS6PgO+kRIIY+5NNTrX3wu5yDAqoZZfrbz6s3+vVBCr8WSs11R7XwwGAyGZje6169fLw888IC8733vcyzljz76qKvTDdasWSO33367/NIv/ZK86U1vkm5Kvhjqg1pJWVoNExOSvXpR9q7ukywGDovNuH+VSFCUgIgFOCRJyXFJEhXFtTuVpEcNRyXyiWvqulrU17xBpaRKSUNZa+UWjfdACFXpfrOB0GCMEa3tSwg43h+MFdrBcCWnGGMYD1G8kNV+uBxx6mEzDoVSrihwYaphfDjm2gueXBbqeG0dw3owLAndZRGP59gZbHimMRKveWNJQ617Bz2BFcCgYo66MmBZyZ47JntlTLIXRkT6V/h0ACVTQk6MPAw8wuBdvnnOL8YJI+de9Aujj3447+wOH+7MuKNvxmwweOYwtohswFNKPWb6oTmxeNbwiNOO8/RDchfClPH20jfI5zAYpziWLZUjwzu+cqMPkUcvXMO9hy6ITEUEbI6FG2Mr1D2nLxgwXIPtqxEHmtvp5gQ5udM+LN2VeOvwdcWRg7DlTNAlY0Ne9IZdXg7CpZHvWoj0wPOLTgjbRj76Qr/wUNLfqaBj5iBzBEOHOUu+NoaWQ8Hr2RnovNQ3+HO5HiOOeXJtRLKd3eXPKuD95IymkPvvNlDCxgR9dOR0RCmc9f8jM/Lw7NIuxjjXqvF/dcifwxgpCSL9coZcwevdlS6DR2HQt+OIA0N9a/TmcvPJ91/tdaBh2nFbyOLCycPffM7mRWHY8wk40rrAuk5/Xb37UNvc1QMfK13H3zOIEZOM02GTRWWIScWSETmVSBb1NxEW9NPJVcN7ppr3r+p0ru+c2cgt4/4k+5IcG8ZVy9WxdnCkePnKBJhz9Kcq2eN3d6X3eyMJvRbhex1GZHJ/jem6fWA6bU+YXpcHaqZAxJj+kR/5EfdjWATMh5SlFfs3NSlT03npInyVhVDcvzSSFBbxGHCOlRvyqCMzxyVJVKSISXrIocVYGiLXNyyu1RAkPBUjSAnWMAbJ41ZvNYvBZx4oeaMxMGAW17DhtPtVwokDIo98ouSBxqhiUY8sjA+GEH3GeCSsGoZqGZlJcERoOF7PI4+X5KJfGGiECWOQstDDAw2ZFznTwIU87/VkY4Rk4z0lpBhvLQt7jDYMGAwhzfElN5kFOgYZBqwyaCPz1TXeMBoflalMTrrcgvqaJ5KirzCHY4nS3rOPeV3SB4xGPmdeUPcZQ/No8BjjfR65InLXy7yh8vB/eM8uMhBOi14Iiybfm/G+eth7hA8/7g0o5Gd8L54p1QFHVkidCJE/9Ig/tutmr3fCxek3Mj7zz6G0WihBRVu7bhM59JDvNzJgdNEWXmQ89YRI48FlQU9/oB0jL/bIk2FzhZDvLpEXfL3IsSdFHvmk75cS6d38FT5XmWmJhxsZjz3t+8CGyI4bfPQARr8SajHGeN85ht6p9U3UBOPNfJ3SDZyVfl4xxzCUYAAnWsCxs1PP/Qafk066BRsp/I1xy9zKdsjU+ZP+WcXTrERZajho3WzHSZAJIcS7Qv5z2KCgLTzNx5/y52DYD10SWbXWn4fMPMeMIz94uDFQqXePXrSGN9wCm3f5sVFvPDrkWUQ/RLAwb3jOmUs869zXVTQY8TnobMxwD4x0NrwIsWYTyBl91/yGAO8ejHNXQWDKE+O5gcr45xsdw69Au45Fvtf/Zl7G7yzmAZs46DBJKsYmUTUki1qBgPck450brf49U837N9bpbN85c5Fban94ZrQvqeRWR0Wevj+KTsn4Z4d2MMLTCDAX+n2ZfHenvd8bSei1iN/rU1NTroSroX1gOm1PmF7bH1bor5kxX1KWFuwfDqVDl0a8YynZvyRJCotVNbgxAtRTlDYuMVGRIibpwVCAnRivm4IFOqHceFDjEGsWaCzU8JDwk1y0kTcLGRlEUnG5nblIgTBOY4Pb3Yu2ukWunPeEZ3hDHDs6JZLWleRKEhxx3+3kC+uCFm/3tPeUbrsxeHUIyR7yBoYSPUGcxiYD93Pe3glvmDtPbDDUOBfv1YpBX1LMjR/eQMLVh0sEUch01BuH+VynHOpcK3kMQPJ9MTgxfuKcX/X+4J12JFqEg4fcT4wp9M1ilUU5OcH7HxI5+Uwo06WkaRd9iSgIoPDcXjoVFvGBrA1jAEPP5aertx/jrMcv7jXUmA0E8qBdyGso+YY32DEsXyyVH8Pw2/+AyKrN/jqX793j5x9eOtjlt93g+0QOOF7WdZsCMVuIoAA3PU/kyftKJFzoCqOM+f3U53wYN4YV4+A2P8K7QInaMIgxWFX3GDguAiGMKUaj2ygIHlU2DrSslXvYyN/+ssgdL/YbHmokM794DugD/AKOPd+Xs8rnOvyzmkkhysKA1HJrzBWmF/OYtsfC/GZMkZsxpw0842xc8MzxmzFGfozKcxHhFm0yTurZBbpJgcdfGfgLWmqsq5Qy4dIhekspDozDETZ7KIkWIi1gWgfcQ6MiMJp5x7D54K4jp5rx1K/Ogkj/mlKZOFf+LWwuscmF8Q8YHwwt5n7s2Y5JxaolWQRwGpB7navhPVPN+zdNp2nv1mrILTnGBp2W8Esjt+I9c/LZkp4Auof8j02U+D061/detd+Xae/u5Pu9kYRei/i9DiMyxLb8NrQHTKftCdPr8kDDiv0dP35ctm1bwI6xYWGkLO3Wv5gkhUV3Zkd6Xdr4uiRRURpJjwLCJQ1vZIHEgg9vGh5nFrjxwgxjQP+O4TzuwyGnclMwKKsgBcLrmcyxxsA5eUhk7UaR3XeIbMRDFmppE6ILUdbam2cSHLFoe+ZLInvv9l4bmM7xpmIIPPhxked9rTesnn7QG5ibCDHHsxoMIQxXWK45h3a2Xi/ScbNf3GNA4Lk9+KjIjfcGj+kqkVMH/KYABhr9xSCBFRxDl/xfQuLxLCEnZcAwPBjTY/tFRo+L3AALfI/f5KAUGWHveN3xjqIDvNWMHRsHqzcHL2Mw8DDmMFYxztDd3rtERld7/bHQ5Dis2+yp4P0nhJQ+ubmAYXfK9wmvMZsbzkv8tI8A4G/6oh5OwDVaO5nxom2dd9wLGdEN+oZJ+rYXeyNdvddf+GdvJEPuxdzE0MPodvnOEEthKI74McBg7iO6YIU3/F1ddDaCMMrWe8I3DFpnpAZPNxskzHU2WAhzJyKBsXR58hu8EcMcYdMF8kD07mpaP+3nCzrCqMQQhJzvyrDITspXYdAGA4j204iymDNct/tWP/aMk0u1GPU6o89s5GDMa76zSyXpCR5SmN+DXlxo/2SpfjlysjnF5oczONf4ccVgf5rNj/WeiZy8f+6NjXH0KZFbnu915Izx6RIZGTrF4HZzEsb84OHFy+k24q4r1c2+fEpk521hs2kieJhXhhrUUb48mzK0B7GdllCLSR0Zw+T7KiYVq5Zk0aUGjPvNpUrvtWq+F2ohP0t7t86H3DJJbsVYohdXbi1K7+kOvBKq+zQZqulP2nXcM/nuTr7fa8lnr5XQq92/1w0Gg8GwuEb39u3bHcGaYQlJWdqtf0qSogvP5AJ2LqKi2Uh6MAJY6PNDPqkSYqXdoxK5Gucq2zFt62JxLlIgLdsVw3mCYZ8+6VmJHdN69DkLOUKOZ7RFCarJUkg2hltMKlZkZZ72i8vRfm8cYTgoCRdyOhIu8V4vgEE0XPCGK8Bowegk9JZNAHfsojeG8PKSk619z9L/Qmljgc/wqhMqDPAC85nWHucHoxajglBzBYYMHnY1CvhNf2MiPAxWNk8w8hVcg2HCfTDGMfxYGKNnQukBxqyEdlR2LfEWe60wzjDqinNMCdgC+ZjWt8YQpp3Rp/3nLtc15K3yg7GF8cjfRUK5EJrvCPRCJIGrRZ0p9c/l7uomUCC1c0YORnoYPycn7eA9ZRF/OfQx48dB9aC1vZl/jhH8nMitL/WbAmywaH7twKZyQi81GGLDwc3XMAYa+s048xw5srNwThkXASWycv6Y89gGD7XjIXBEAmGMVd9h7tLPnrCRwbGJEI4OXJRAmI8K5mSSjIxxU5nwenM7VzXghD/OZg7j5jYTpPQ8a/m6q4EErywvmRz+jvLnMiZ1TG6sJUnFqiVZVEK5at5rsyHtvKROK10zX3LLJIolwnKlzU0Nr3f3SRDczXbvar9P5iLHnOvzhRJ6tfv3usFgMBgW1+g21AG1kLK0IhLyZ2N265TP5zye/Hy+48fCvShULuVzZe1OID43bmOu+2l4cIzY0OvqLDe4K13jjvcnZMqmyB6Ns4bJxrIT3pmsW45hokaQ+79zZvt47Nw9omuzOck6Bu0IriRbbua4xPdEnhkyZMvHxcmUlB0Cs8Q4c14ukl3D0styVjsCYV2C3EnPjeUqkz20EddjxuBO6t+R80U603HLxXONHPOEvvAKx3B8A1HfnQyhjVh2DS+PwTjHG6Ha51iHRBzMReiV65AsGynxcfd3Qs/OCE3IhEERy6bka0k5yS1O9k/rsgNly4/1wxgnx8+RAiZqH2s/47bi8XTXBSI8RVcFGaTK57Ke7/J6tZX2/p2h0wrX1EuGtHdp2fNVw3u0Wpkqvb9nk6mFv9eNRK39YDptT5he2x81Gd0f/OAHGyeJYf6kLG3Qv1w2I/vWrqiuf7ONCzaFCys+7hfSgetoBuL2k205Ju/gpXbnhFBZvL94uVgIYixAZpYJnhHHDt0f6gGTf03YduSxwDjAA4iHF6MMzyS5j3gZlQgNLxtGEPKz8KMNPI6Z0A/awPvLPS9fEHn8c544jePKeo7RvWG3L/fkvLAZn8dKmy4Uu88bJuRacl8lOiK8lbBWF8K8TqSzz5+PF9t5doP3FqI1jjt2cFioYf1e7VmnuY62CC0lzDTbIbmVa2UfDOz77gme3yveU0mbeJsJ4XYEXINeFsjbyIlXlnBCtQkpZhzoB+MDi7myuTMw6iV0qQBh3G97kcjI1UBCRb3jQOZFHiz9v3LZt0nosbKBO2bz3hAST8hryGmnhBUpDbSrTPLIy3maK49RViScoyzXmM8F5n6jeOMnfUgyoe2MKTLgbYX1fcteHy7OeDjiqA6RsdESyRmGMmHxkH3RV+5DaDNGn2MDJ4/2jDfQOe7YtCmfVfBhuy5yIeQ+M28ZY1y7K9b5vtCuzgHamgg5y3yGJ57xRzduw6FDct29sm9tMEo5ToSCI4WDRCx4/51BP1nKrXbebELgKQ3V5fWk9c8dA/6A34Ag/YBzMl0+Nx7Qhsv17vEys/HgNjBGfX+Ya3igGSs+cyHzsO1Dkqis/cG4552Abpij1HjHu6/s48xnZMJDj0zcb5xc/B1+PjDGyETo8PA53wc3poxDmJ88I1pJgXFQdmwdA41qiEFEAvNR3w1zsWjr+495kQwvp//xezOuiODeDczJ1ZXfv6rTNPIzWPbx1iOn9ofIkrhSA8dcDfTx0jiASizdvPe0Bnvx3RzSaJTlPobjmJgqMZq7a0MoPnPafZ6SEx1fx7vNPVchMklld5uD2RIpZaNQi/4WiFwuJ/v2LSBU3tB0MJ22J0yvy6NyU6ZQQwx4JumxmgPNFl4+PDwsg4ODMjQ0JCtXJr7MmxWpLKcdbcdeXpialJHJaenvzEmGhf98WGpdjieswVFIOMbDDCbexPiltcXUdWQ7wcXMQo5F0a0vLhnxLLgf+ndvJCrI5b7nq2Ya+pAFFcICHaboJz/vF/IYaC6UepPPu4Wgy9WaDiGuGE3k/HLOnjs8ERmeQg1V3XVLKJl2ppQPSVgnhgas3bSl5YRuf6nIVULIO0XWbxb53D+UmKYZp313ewPyNCHXBS8necO5jCc2wmC56xU+z/aRT4dxRq7bRK6/y+cF0yeMJIifTh6QwtMPyEhnn/RnpiWzZqu//tN/53PNMYxZ3MOiznUYxs/5Ks/kDbkXL9kXfbPIE/eJjF4O5b86RV74zf5eBx8u9fm6O0W27hP51F/5NnWDgRzv+/+v1+fLv9Xfq1g/G9lvFdl5q8gX/01kctS3dfMLfLvMC/SIgY3+MOa0BjobFMwH9E8IN+MHKRpjdvwJfz82Nshbx6sKORsEdl/xapFHP+P7CLpWiHzNd4l88WMlRmxk2LxX5AWv8Wz4bPpgiD3wMc/EDRhjSouxKXHfP/lNEWS4+Xm+XBhtoXvy3gm9JsTahU4XvI7ZIHr4k0F2WNWf441NR+qVFdmyz887ZyQHjy4bJLd8hRQy2dKzyobK6SOBZyHj70NKAsaxhgbTLteyuaHkeXx5alk4ngm4AR77TCiRFzaL2CRhU4QvXQ05p6zaoUdL7Oy8K9AXmxQwoXNM5z8cA2y6ODbxHs8uzkaXzlFkOn7AG9bueSakelxkz51eVlHdH/Rkcm7KZHzZNow9dEjbGN/83ssYBrZyxo1nMiZiZJwhbYyRdl41LNrVsG8nKyJof+54ud/8qfT+Zf4l35maMkOYvn6vO06CzX7DDf1oTjbjl4nfyT2ld1ra+zetL7zHlUyu0rtc2eCV/b3S/dK+A3jXH3qslEZUHJtXeLLGRqNR7Okpa7CRkRHp7++vef1maE6YTtsTptfWtn2qtS9rMro3bNgg73jHO1y97rnw9V//9WZ0N2S3J0HK0g6YmJDpKxdk/+FjsnfXdsnhHay1HiurLtiPK3k5WGBjcFQav7gtFp0silgI4210eaMs5rpLDz2etC9/ohTi6rwVOR/ajPF479cEpuRMMF6CAcJCEg81pYJoC88198OjiAdy+80+1xhDDS/S8FnvRYPU6sDDfvGPQYHXCmMGg5+FKQYYBjWLXwwGDCuMPhbcLOYgmnJ1dPu8MfrZj3rZGQ9n/If8YkjPML45FwNFPcP0hb8xdsjRRT76rJ4tjCHI28hpZtF74EE3ltN9g7JfVsjeibOSUyOJjQvGFkZuNjUwWnRuszjetDN4RSf8ohRDFnZpDCJKZZGHzfVsNvA5L+Bzp0RGLnqDy9V6djHYvm36gxf18c94zzCePufV7i+VZcNgwiPIZxBiMTYQkCED/2NMOUZ1CK8GvGGNwUZfkQU9upJpUyLbIJ7LhkX9sPfWMf6DG/34bd7p5yOyb7pO5JH/8KXQmF+MqUYm4HV/wTf5efOlj/lzsH/RFxsvV6+IrFztCdHYPGEckIGxZFMAryrzzOUsY9hS27vbG8V4QDVvGVnYFGDMdt/u58uhL/v7Ek3g6ocHmXI5mb79lbL/1FnZu2WD5ChhRs48cwCDh7FQgjHnde/0OnAe7xBezpipN1E9wTwTjsF7qpQrzfxH3r3P9Zs0RJbsv99HCCAjzxTefQx1N8Yb/XzS5we4uRXIqZjbkLlBdqgbUUQ7MC+R29Uj3+R15rzTnSKPf9a3h1z0n/Nd+72euI2NAwxR/mf8eTdwPzZ3mDvMx9gA5N1w0/NDVYGCL7uH8ZgE/bvrVekeb95FRykJeK3cy+z60+M98YzDp/86PY8c4/LF31LyeKe9f4G+D+k3G1WOmDIsF5iDlJgjQoTnnjHTTSr6xYYJ3u5zlHIMm6gxPwbyIqe+h8tqZvfMJKLTd7Lajc5rfcTL5krSRe0jIoarbsjF1wElEyQSg/ml840NI+Z7LFcjUI3+6nT/6elp2b9/v6vVjSfN0PownbYnTK8p78hKUb6Nfkc30OiuKbz8m7/5m2ViYkJe85rX1ENGQz1IWdqlfxgt/UP+d7WLg3hc8BalGdzAhYR3lBP7zNUWizQW0t1b/WLSeXNCiC5GuIb/6iLWlWua9j98jgGM9xUW75gMyBFWnfF/80LRxT3t4pnCCBuE+GlI5FjwyBIGS7tKYgbUYFZPjZJM0Vc9lzBsjD2AgYenB0Mr9twpnBc3eOx33+INBdifFdRDJsyderqAMFXCyR1b8pAnUWMBzGIbgjXuAVg85/Iip4JXEFx/t19Mq2HHghkWbzYQWAzjpb3lK/xnGGMKNWhUBlf7ORDqPX2fP4bxBflcTB5HfzC48IwDZMX4ccb6sXDO7X61ruXHnH6CgYhRdz54pAjnnxoSeebBMG96/DxBF87YDyR1dFXJu/i9fqvflMFQ4GfbXq9j5s6zYRwwdthYiEs14al1rOBBX2wU8HywYMdI4QeZ2IiA1I4IANUPX07OmA6ghNU4TOXPlOYVY8c81Lmsdcj1f37jSYw9juiOUHmd5wqMZOajEvLd+Dw/PrSJPcTzl3wGYYlGL0pYpkCvajBuCwzWjJeOA2PMM4fBz0YKPxjdGGrIoM8F48X4Fz2aeT9vFcjGWMVyaekw5HL11YOh5nLGIaNDR+MhqoRNs2DRscmh7waNkCF6Jc4X5zo+g2wNPaQZ3HOxaCv7tZYcS2O/hpW/EnEbx3WDabb3r74PkVOfCQXvLUcaORTK602Ve+sZB/rmmOTDuMT5/UmWbjYX0vqafCcrmC9aBmsy0b6LEs+KrN088zqVTcP82birxNDeKFSjv3b+vjcYDIbZ0MYVHmqq0/1t3/Zt8ld/9VeNk8ZgmC/qyQibPDf58GMUqZEL0mqgKiN5kgk3+b8z5KPrlVU5NtQxouMFbcysXZQpbDiktVUm++RMA8e1FwW8aB3n5P0wIIoyTc68n45JLCvtxp4+97nmYCbainPg+XyGHjgWyxD6Pzkxk0U7Bjm83DPZ1zTZy46Np88FrVEen6+yFGUfn5kPWyZnPkVHsH+nzKOy8QzXxbrXGtJxv13psImZssf9QSbXViJFI3ld/LmTWed2oo9Jpv/k57Ww96fpJu2ZS56Xpq9YrqRMC5Ur7d2QfHaT0Gdrviza1bzr0mSPMdfnc8mRHNO0cYiPxRtJsZz1fCennZ92j2T98YXINR8Ye7nBYDAsy3dkTZ7ul770pVWz642NJYwEg2EWkG/W1dU1/7yzRrIDz2BXDqQ3ihnPRGABJqwRQwhPKF5AV+qIGsVTJa+Z86CF60P4rg9TDvddv8PLwznkHuMlIyw7ZmvmM+7BWh/PiYZLEoI8BBlXrw8DJUwazw75klxHjnV3ILfCQ0xIK88tIbvITb1h8ldd3i9emUEvD+Hl6lVSxm1CM/Ey4lnCY4vXdfSqZFaslq58r2Q2X+9DtF04fiCJu/1l3ivqQmiznrAM+S7SxmpvsBAmSjg8RgJhzs4jttKPHWM5Sd/7fI4yIUk6VrSPxxLvPtfjzXNhs4RtQ9rV4e+FNw7PH55vdKTs74TIAgxejG9ylPFUO2Zt6kuH6AZX13qiRL7nIgoIuQ9eNA1ddjXbO/1vPK14VtEP4ayMnSNnW1lKlWCc8NY7Ir0wF1wZsGwgIEOn1PXuFlmz0edkQ2gHzp/y/WE+wQlAlIKmVhC+SnvHD4r09mJ1lEKjGUM8t4D852vXRE6Geucu7BfysoJkch3SNTEqGXL9XWmx4PV0bN8ZLxP1stUwhXzM1eVOPFcaUuzI5wZ8n5WwjvlVJOcKz5r7nfFjjV5dCTLYyQkzI1ecaJPxwNIeCNQYK2d4hzBk4Mjnuv08coR9oyVirpioxTGR05/A+u7a6ArP2lg5M7rbGLvmjyuZo46HI9+DhK6rlF9eiSXbkcT1BJKtiRIZWRxKV827rhKLuiLx+Yz3b5xu4/LwqUUebTgkmd0nCjPfkWms8Uk56/lOjmVTnaIPl7YwPfNc9yyN+zmnJHD87zgyUsa9mdnLKxAOLfh71dB0MJ22J0yvy6NyU01GNzlBL3vZy6o6t6enwWU3DG0FNnP27EmQDC0V03uyLQwCwnx14e4W24Qnr/HhlXE5LZdKHGokE+LJoo+wbZejPewNLnJo+QxjkQU2i0IMEAwwx9R8SaSjz7NjP0b+92mRLdeFHMYQJkz4NkYZhp7WdSavl/tCkoQxu/9BHxZKPzBYCdnmPIwziM+e/ILPywQY4txjPeHnhL2O+VD0p+4v1Z+GZRsBtt9QKs2EcQSZEv159lEfbqzG39rNkj13XPaQN0x+NPnMGDqEZhPeuud2b0BBlOZyXKf9ghfZIOe6Roh4h7/ObQgEMieMU4wcwvSdFy4YYoM9Xk5k377Ph5ljEJB3TE484aa0wYKaMRvt8TolJ5qNBULNac8ZihjxwXPKvTE+nbE1KtI76A1lcqwJvWWh7kJ5Mz4nGEPeGc+E317x98XwJlLgOvp2WOTokz7sGeZwNhY4DyPB5a9mvXGHngFzY0UgOSPcGX1qPjJGNWkJj33a35sNlh03BJKpIZHte0We/qKfp87oz/oFOaRvEO2xUMfbzvhhjKBDZIXV25GP3Spy5Ck/B5kPa7dKNtshe7qn/QYNBgsyEILP+YzFuaPeqD1/LGyqrPQ6jZ/BmEgKHgTI+5CDUG/0gCzjMNVvCfMJtvvVIuu2+1wvvMlECzD/3WZCb/DuB9ZsDHlC+umLi44IodAqE8A4YV4yRzQUO3eiRNTCJhDPKykPGmHhWNlD2y48m9D/U57NnPcC48AGEjqEIwGDXSMHeFbon+azJ5m7lZWdTS2eOd4TPCexTNW+67QiQKWcbvpW6f2bJLBhA4q+sBmnthu65lli3ric/Y6Z78hCJlQPYAOwZ2ZOd73fybTP+xfiQJdqMOS92rwnYrI1zmV+suHDs5Ab9dfRHs8ZXBljKePerFVJUgmHvOzZgVUL+141tN9aydCUML0uj8pNNYWXGwyNAnx+ly9fnj/5Hh4JFkgpNYXd8Vo8Fsm2XD74Jr9AZtHsFo95kVtf6D2/xZhgPNdZn8vqrOOw0MYrCnEVi9Ozhz2REoYWXlL1GOFhvOWFfvEOVqz0RrP7v+DZs7fc4J/YU4e8IYfnGoZmNVLBuq0i5054Q4QFN4tSDG2M6wMP+cUxi2gMnPiFhtGCMeJKM8EcDAv3Uz6HdjQsuDEU8WBj2DAW7jrIyC544xEiMwDpGUb+2LAUegfk8qZ9UmAh7AivVgRytHUiR5/whhe52fECEk8+xvck+caTXn5nwHSHjYv1obZyrnQNGwGb9gQ2483e4GYMYL++dErkwCN+bNCRliGiXbzhMEozpq6ti96gYpGexztNGSm8fXguO7xHCYMWwx8dM1YA/aJTPNgYf7QDgzt6dfnPsFSf8/fG46855+iKe9EfLXGFzvhSgcEcckDI9MgBZ+x0s4PzGCOYljHiVYaeML58vnGHN6IxmNXiYKoyLw5/WWRzGHctxYYh5TYjwmYO7WAMI5/qe3CtFIYuyOVrE1LgfHgDmFvuWi1h1u31gTwA3TF/1XBlEyFmboY9nOeNe2NkrlrnDVXkhxdB86MBY8Cc0/B8d2ylN/zRCzrCGHYbWkFmdIj+MNiZ3xLGGPkgC4xre/NMYMCgZ+4DqZ/qWD/HEKff6qlWsjj0r5s2fE7JuTh9ADkcI3d4F/H8w1atY0t7anCzGcAzmZSp2ncdYwBLuZY+VPD/na8o5XMn379sdCQNOOYHpHHoobjZlhNZu01k7z0hiiHlHckxxpznIGlwN+KdzPuAjSmMZPVma960Y+WPvPNEdWBg0w/6BB8Dv9GJpiAkx71eqOd3FbIl9RXJjj4X9L1qaL+1kqEpYXpt0DuylT3dBkOjkM/n5fTp07JixYr5s6yyuILVsB5M72ltsQjXmrDaNotRrYPrQoCRPTIINH8ag49FomNv7vbswepxY3HtPDVTXlaXM05o6ekQztzvF5XU3t54nTfQKBV2MwzPV71hvOumkvfs6S94UjIMFBdq2u+vwYDDu4oMkJFhUGBw8j8G3Nlj3lt+5yu9AYQBxeKU7/bV60S6qQd+zBu1eGzxxiIXNp8ySGvOK/fqWyH5nbfJ6SsTsiIzKTn6hNcZLzRGIJ57xov+Y6xqGDP3YDNh9bj36CMncCRPbCZc9sY/Bq3mprLpgJFDiTFk4jrao/QYRvTKLk8yxibJhu3eEFTjh3HG647xjw5pH91Qbgxd0LetN/hcbjxjLHYOPiKyZr3I7jv8mBKuS+10QuOpSe5Cm8c8YRbGIPMJ2Y/vDzLs8H2l78ee8SHibNZgEKOrySnvvb7lRX7ewVxPpMENa0rXMe+e+qJnvUcX/HB9IRDDOQP7ko/IcHWXgzebKAH6pcY0xgaG+5UwrhjHyMz4ojO85ZSYwzv95U9L/raXyOmB7bKiq1NyGKDMLzYW2Jxh/rq60xd92xg6Llx6ukQMxu+4VBJjhTeSSAuEJhUBQ49nAgOdttmkYZ5j4DN/8td7wwIjEv3xXBJx4erbM987vF7oIzqFsZ1n0TGqd/j+E33CxhVzIQ71VqIW92z2i9z2Ym+gY0wjk3q4NbzfGeZ9fp7QLs8O82f9zpACEljLeT7oV0wCg6GOTIyJRksQRaEGd1Imva6adx0RL3hti3W6MVB3zjC4y96/6wcll+ZdcFEPdwT9ZtMZxiu9I8FivJOZU87DnVjWMD8Zf/SlkQUY1rxPlFSNZwe9Me/ZZFHvdqNIe+r1XTUH4VD+6kU5fW5oYd+rhvZbKxmaDqbXBq7nmwhmdBvaC/Vkek9rK1nCR71KAKOEMOsYxRDNab+ow+sNtEQRhgLQ6zDM1LBUsgiucx7rUe8d1gU1xheliQDeX/WyqoeR62gr9jI5Dzf1dKe8Yeo2CrLee4eXTWXT3GENjcUIdEbxmGfKxui/82WeXVxrGivDsyNig7xsTGQzi9pJb0jjwdMQT5cfmvG/tYwUXmoMIJfjXvCLXxdmrAYaYfthLBkfjH8MNcKnDz3iT4HJm7F49NOlPsPgruPCD8Y5JbXw3Lva2KFEEx5eV6YteEOVWTomdVM2bAy4k1d9CC26Y0GvTOHkwgOMUH70CwRDlOgBgEGLpx0P6cUT/ocyY8intcDdvQOpHfeD7Z38bAxojD36DTCsNPdcGdQ5H1040qgwB1mgMaZKSIZRzvgxDtRBD0PsUyIidntkImQcvacRa2EgYhQzZxwb/GR6TnElAjHNucZ4BniJlV3ayZT1xinREuhemdWBS8cIfV41HPKLQ/uO14BIhYmSTjHGO0kdiIjm+DuZXx0TtdCO5rqX9btPhDRxx94d8tD5Yfx0zhISH7OlJ9uOmbt5f8yG5HXVvOt4N6UY2VXfIwYbBug5WUd6rndk2jmNeCe7vPwKjO28R9AXsut5zCX05TbWrs1C0jbZvN9VbUw4ZDAYljm62q9ykxndBkPdnqYUcof5kglpaKwaHZlEKBkLyJjtW+8TGw8xSVvxOuprR7vjSrATn6den7J+JNohp9L9TjGu4hJJtJVNsInHYZ7A1W+eSJAz9cxkX3de/0gOvFfu3MgrqBsNZbLnvKc1btvJ1h3JFIXNFmWHEGx6pgzxGGu4bSw7clGvu+w68k4nU66LZOXvGWMTCNGK/3eUjO64f3EfVPak7pPzobvCOMwgqULG6Lo0ArDkuKShEoFY8n7OUI6Mbj0/da4l+pxGsBXPZR3fJBFYWn/mQqVz4uc8Kc+s1zUBeUwzyNBo2ZPnJd/LqfO/SdHK+jIYDIZlhqqN7scee0xuvfXWxkpjaF5UYEetJ3Njf3//7Cyr85WhXrIr27Jjcu6NvNThGG0rA25snJLfy28MLbxgyn5OXzX8EtIIjEw8lHhaYMsmDJl28eS4ereEUI5746Ob3MNRkY27vKcOjxoeGwxeQrMhjcIrRSi0lo9iMelIqTI+lFpJiBzR2kqRTYE523m/Q11sPic/G8NnbSEQi/X6//Fyuzq3q0M947Ax4BjD/fhk+ldK/2RGMjc8zxOjQXKlHms8tK7GNUzUkDKFfhIiSogychACqiH7Lm+T3OeBEBqe995P6prvucP3E50gMyHeI4T2F/wGBUY33ko804wLoG0XGk3/+kT6yKUOYaV44DsgBoM4bcAfJyzbsaivFNl1m88vpw9sBBDm6mp/D/pwaLyx5ItDuqa5zHjYyc2Oma/RrfMc6rzPeMIyohaQ27Gbr/YkeJC5Yfwih8u73+zznwmhdn0IxzJBB/RVc65Vr64WefC8u1rsT/r5hOzMS+YuMqF7xtilDBRE+lf4KIKOTsms3Sz9E3nJMB87eiOPejYQ+2X9vHXe3xBJ0RlSKPAy8puQd7zPyi6NjpGV0HAle2NukNdPaTNqmTPGjgl9vMQmznxARsYEfdJ2kmCrK5xDFIOLkiCfPpAdcj+iDZIbWPFzmRa+yzMHUz+RDOiX6gCaVsI93XOFx39gbhIYfT8xFsiNoZTc7KkneUzK+zDT0eHfv9yDiIO0PnMuek5jem+G75PZyHdi2Zmn7v+Jcn0x9/X90iqkPXMQDqHP/tEpYy9vI1S1VjK0HEyvywOZQpVsDEyI+NQXvehF8pnPfEZaCcPDwzI4OChDQ0OycmUgUzLMkx21ozHMrvWWoV6yx2zLZZ41wklHSrWfWciTJx2DhSUL9LjeMgYVJEoaqpls37GCbxJ58ONefsBifOUGkbtf6RmcMZo27vGMzBoOzKJx+02+HQjJXH3tkPt691eVbDsW9Z/5e5FTB4LcGZEbnusNq4f+wxtCd73CM4uPhrBsLr7+Tp9nA8EWRgX3YywhqHLGTBgHDBmMQORHBvJep2AK3yfy9EMi+QmRG+71bR56NJQlC7nqGMLHnvSL4503ijz7mO+7M4wyPh8aI4dQe4xpV/5ss+/j5//R3/85XyVy/ID3ArMpwhhA7nXTC7whq0BmGMgZQwUGISW4yDOW0PYDH/OkduglE/qMcfzAv3pWcjY7yP3lPo99xo/vjhtFRkc8YRmbKYwxpFLkT9M/VyKuw+fHY2A+8Tl/DmzqEMENrPR9p4+Q5aHXxz/j5xFjC/EeOfLPPhLGHf3c5UPG2RChfYx15pUSWwEMHDYpnvi8lx0ZaJs8ZM5ljhDGjuwbt4s8eb+//o6XBibqyHvmDH3yaMMxQuPhBWCjQMPAMab7VvnNEcXQhcAmftz3mc0CDGvmE1wCdIdxQ1+MO0Y1cqIL5Ca9wM3brJfVpVeEEHDH3H45EOcF0J57viJSNoz4G59TXhs9+W5Ie3/Esrs69OG5IyefzQ6Vi40H/T+t7bT2VfaYbbue79pq3odp51Tbn3rJMF9UKzubkI5rIGyUoEMlYdOygYv9HdfK388Gg8GwjDFcpX1ZtdHd29srFy9edL/TjPBWgBnd8/RIYOBVou7HAKuDxxsSCebXmjVrZtaCn68M9ZIdD/dDHy83uDFKTzzjF3TbbvReVgVeQxjKWclxHgY1MqgXm3u7kk89XgbgjGhq81KmijrbXSJHngykT5PeC6O1njG6ILziPhg4AA8rnnLapFSUy0Pd5I0DNgecR5aF2B6/wPzs3wQDMhNIpbq9kYW8eGNZjHJ/DD71uuENxiDCo3f93aUccPSFx52a3sjPvTGkn/2yc5Je7FopayaGJIuMKyEfu833h9xoZwx2+UUxxiBjRY44siP36YPB0Ov2BFMslDFaId/CqGJM+ezMUb+oduzqeNEuiuTwcnb5nFrGlo0ONXLJT1Xd0Ab9coRK3cFjSjku6opPiXzuH0IkA/Wa8aD2etlpe8s+7xl0pbv2e2OQ+2GEw5qOnGwGUHoLfbERghwYieSvszmBsYvR7e7bIXL0ab+Josed13hKZOs+kTtf7nOr3f2e9LW0NS8ejzzed+pBK3s4RvU6GPaD5572IQ+7ct574en74EYvO3MNLz36YDy4J+1C8tbV7zco8pOS37RbLnK4JydZ2iI8mwU+3l/I8fDYci06RHeMFeMNsZiSmHEe44ihzCR55n6R4UtefvcMdfnxgWH69pd6bz1jAVGdM4z6vGxKbIah5CIYCjMJtlTPHKdNl8MNsdYK/zkbX24eViBqib2yzK2nICo8WdpocwjEand/pfeeV0MgVun9xPjwPuFZRc56kcfM8j7MZ3NycWCzrNm40b9/4z7r+KU51mr9DliM75NqZUd9se7TSOBahbSnLHKgJPus36uGloTptD1hem1tVGtfVh1efvPNN8uP/uiPyute97qi4f3JT35y1muqreltaGLMwY5aL2ZXNnDOnz8vq1evrp8M9ZI9ybYMHFlS8Fw7gzj6jAUzizeYq/FwZ6LSNWky6N9AyZgwnKl5DTBMMJZcaHYAC0R3b817XukX+xiJjpH3mq/zTZ3jGF3B8FPyKQULMuqJA0o1ZcKmggKDkAUdYxHLC/CoYgjiJd/3FZ7EDE+rW9dm5XzfFll96ag3vjCYITFjMaxGO/1jwQ1p2IXgcSZknZrTGK1F2Xv9Ahk2Znfdev8/mxAQfblhWOP1AUu4Ao8w3m03LlJiFVfdYCzxkwTGMmOl5b00HJWLuBZQ1gtPL/fU8SKUuaPga10D5gme5A7Yka/6H+aCKyU2EUp6BZK2Qo836op67vVjTfuHH/XRAXjvGasTB8M4bAws8wVvUANXcqpb5NKQyImn/bE9d/qIBOcZR/bOUnkwSoipV5oxPBoI3wDeZdq66EnhClOTcj6zQlZniDII85+xxUtbDOvu9uH0gPQKDGvtN78dMSBeZ1IWJjypn0JzzBkbSOo0QoT+6fjh3SbiQUEbrozUxpkEW6pnIiXYtNEccf7PhLkPKV81ZC4HH/Ye0RkItazZNIgjXWZ7v1R6P9EPfnhW4/4sFLO8DwtTU3L+9AlZvWHDzD7r+NXjO2Axvk+qlT1N92kkcC1MODTr96qhJWE6bU+YXpcHqja6//t//+/y+te/Xt7//vcXj7385S+f9ZpW84QbmpQddb4y1Ev2JNty8loWi0kyHr1m3rJHnnNCa2f7XM/BuxqfmzxH76es3GXX58tlT3pFXE551Hact67Q8l2xoQyS74GJUE85KTss58VjeBUTY6NGUrEvU+W/ta24L+5zZF0xP92kjlU8xhMlhmyFiw7IzZRhOiLscl7arpnzKEke58KXo/HT8Oh4/FWepH6SecEutz+6TgnatC6xthETt2lbsaHkvGmJjRd0kOaxjaGfJ69Lbmi5fO3pmfpKyrDY74F4js/386V8t87VXlLvjZCz2fps7N4Gg8FgaDaj+5WvfKUcOXJEHn/8cbdz+prXvEb+8R9D/qShfbEY7KiExkF+RPgq3kEXRtw19z3wluJho75tGhlPRdmyoezTqA/hxWOWVlZHQ/ZcaHgg1MIAwdDCC0tesfOCFrzsWpMYEPJLWCNeThe+3VsKbcVr2Nnnc/FoE4PTMUuH2sIYXoQC4+11Xj5Ka017DyD3xEhxRF+UK1vrfxMm7sKjez3xGYYvP5TqQibCkQk1BniV3TWhNJd6J7levb4cc7m6lOwa82HrnENYL4YoRjmed7yueJHJgwbk5eKRJpzYsYsHAi9CeRljx44dSMQo5eVYvfHmMi79Xk5HjjXo2yYcHe89NbCdNzOEeDvir65AAsf9V/tQY1c2bcIvpnfe5A04DHXGn/Yh72Jc8MQjg+tLqCutpE7IyXGItzD41m7z40xZLeabI11bGULfO/yc5f7IQRuuLjqeyl4vK+OKvMqK7EpkTXsvHOdgNDtyui6v91WE1sPoHkpv8YMO8GLTB5efGgx4DHfn+daSVYG4jHEaveb/dxsaQQblIaDu+MpVvo+E/e99TsipTmG8j1nBiYBgTo6cF+kOHng3dygvh3GcCXoJnucY2oaTMePHEf0gv6sPPi5y+bz/LMlkP6akbIRxrwj1liNSQg0RTj67rn5zIGsDxfSNCtfNBWVQ5/lgnrm8/Fx4DgNRHc8F7yI+TxIvxp5Uve9USuqJ83bX6d2aHIfkZox7j1Jybnr29+985YwJKN2GCmk3mcVh225mdu8Gk5M2zT0NBoPBUHvJsIGBAXne857n/n7pS1/qDG9Dm2MOdtQFM7sGEpjM1KQMFsYlQ5gwubAxCUyaDDj/HHkMOZk7vSGaOzH3dRgHEDGR6+yYqmFmHhS54+W+9nVCLr/AJN+vz9fEVq8bC3+MQci0nEc0eHcxwh1bdqi97epWj4oceLAUJstinLzb6+7wC2EMcTyYRx4rhZAjO9ditKknEgMH4izkpR5ypkNk6x5/7ELIG8cowGCFTOvAI/445wMYt0FHMN5ZCBPGrjWx12/1Bv/BB71xNx0MQxbh1KDGSOHYhp0+/5tcZowwFt+QjiETC/r1u31+9/GnJTM5IYOFLsnAfs14IAt9ZOHnjPIRH1rMmBDCzr3Iiz5xwPeF0GQ2SchRdh7RnG8D1mjCfC+e9ob2WvLXR3wuOTJBhAahGUY2hhFjR/j7na8QOfmMN+4co/VVbySjPwwCynYRIkw+u9tcGfDh1o99yo8d9yPsd2CtyN47RcYu+7x6DHM2K9ABRFsYYhiIzBdyz7kHxikLXWThvvQNY43rmDfkVZOXvHK1D2vHoGFTSGu6773L950NKnRBu+gFwxkjhmMYzNyHMHLyoBknDAvywekvcxkZnrrf35/5R/84dtuLfOg+kQIYhxhLK8JmgjOSe0XOHJbM2BUZlB7JZFm4d/g5yvzlXugOI3nnrV4ekGTy5jebWKcOhvrJ/V6X6Im5xQaI4y/o8JsuXWHDis0ENiRIS3CbCkOl9uEU0HdRklgKY5FzGac4+iN5XTVAPuRV4j1kGtjgx43+ktLB36OP+vcCm2gaqZAkT+S+kwd8W7GXGf2u2163d2vZOPCcxiRt4T3q3r/9myq/f+crZ5IgkvFCl9tvTC8dV2+m8EZ/f9WV/Czx/VUHwL1DnqFjul6kexoaizKdGtoGptflgXkza2g+99jYmHz2s5+Vv//7v3e/+d/QRmAXnC/lZO1SZUddyC45u+5hEZDNZGTzih732y0KOM7naTI4cpyjfiEPWZN61Oa6juleNLgxRMNiGE/5I58IDN3lcvl2p/2i0eXWBqMbQ4iyXSyo1YPsyhBlfE6n5nuzyCT3FmIqF6Kd9wYXMnAP55Xs8gvT00ejPuLtywYDBO9wIATCaHDsupSW2uCNMxbJLOgldAlDD48VhF4Ya/QPeSEo4zr+dkzPhRITNYYXBjieU4wnSK0g0EIeDGRnGA55o4N8WoxZgMGLcQZRG4tpgNF63Z2unBUvmM25ScnqBgSGL5sQ6OzMQW9ca5QBn5NrjlHOgpxFIp5v1hb0h3JR14Z83jF61Q0KtzkRyOTQ4Y4bRJ7+ojfk0JnmbjJWsH+v3+Wvc6HjBT+uWuubcTn0hD+OztZu9Lp0rNKXvKwulJwc3hGRwU3+OojJMGzXbPVGNezjbGJgYDFmzBHGn/5DvKe5/GzcYPyt2eI3ArgHc5r+uxJwWW/UEklAnvbVYLygY1jOGQv1GrJJwHghB7rSUnDOwx2eUzzq5IbTH52jw5f9fWBxR1b0x29khw2d54yyXRi6azZLdvKabJ68LFn1sDN/HZt4wW/4IC/zA/nZhMGwxTjT5xR9QRTnwvInvay7b/dzjU0iNx8KgTjuFSVuAx0vcsXj2uLIp5thyWfXvQe6fZQAm0xaHz15XbXA4MZw1rJzvEeY245Qca83vBnXI0/4zaTYsOQdwnPO81KUrSelrnxnee35+SBtHJRXgufCRTSU3qPZNZtk82B/+vt3vnLSz2TFB+YGY3jsKe/xruf3yWJ/f9VTNyBt3BcIyNM2b94sWZ7FRbqnobEo6tSI8doKptflgZo83Un8wR/8gfzCL/yCXL58ucS3tGqVvP3tb5e3vOUt9ZDP0AxgoQar7GxMvPNBRKqTLxTkzNVx2TjQXVr4xaQ6sQwYohgTGt4YY7brTh3yYdrq4S6TZch7qFjwJ8l+MITOHAoeIsKl8Sb2eG8dRvSm6/wClnFhgcn5zgO2qkSuhLwYGZzPQp2QX7ybGnLO33yOAcNnGNaEhiMrxGacg1GM0Y2cMBvTf0jLaJvyYngkMUbOnfCEZfd+te8nHs2xUZH9D3lPIX3AO45XDs8yRiTX4o3HO4oBiPy0QYmrjpzvOwYSfcFguvFeka3XeWPw0MMihx7z3nUX9jviw7evv0fyN36FnJnKysZLR/wOH2RjGFOuZjm549TNXus3NgjRRoau4MW9Quj1hPeaY2yxmcE4YxxSgxrPr4bBH/qyN6DwiGP4Ub8bA5NFPuOE7BPBGLr5hV6vjCkGEzonvJnP6Q855xj5LGrwfMOsTe3w3o2edRwDc+SKlxVSuD23e+ODqAB0eMcr/DgRko8RzJxAR/SLzQyAZ55xR89459mIwCCHXO3w4yLbbw4kb9StxptMKbLPizz/1SK7bvX9IqXhrlf5+aah3WxUMP4Qt7G5g3HBfekTRrLmZyObhFrd6IJx5BgG8sadXi4MeiIAGFfawrPZt0LyfSvlzHSnbBzokezxp71By/hh3HIPjHzmqQsb3zaTyRuDnDF375JrIY9cfMk67oMxxDg4o6g3Ck0OfcbYSwtzTpISKhgbxtKF0oY0ieR1tRCB0ZaOO3MII5a2qFvuiN5GSrnzST4D5gL96dvn23Ll9Hanh70vhFSsEmEZenWRLsg7XXyP5nM5OXPlWvr7d75yphFQgoyWFOzymxeNZgpv1PdXk5OTKiPymTNnZCNfK4t0T0NjUdSpVhowtAVMr8sD8za6P/KRj8gP/dAPyate9SrHaL5p0yb3Ivibv/kb+YEf+AFZv369vPa1r62vtIamY0ddECISG9amQ9cmZEN/dyn0MUlyozJwfLZwuErX4XlyuZ2F2UmQktez0ERAF+ocFow0gRHirrvq88LxcLEQB7rAKZJUFULObfCwqQx8rt5zZ+SFvHB+Mw7kEbOIx+ggfFvBYteRZeW9oYUR4zyyoyU5MeQxBJUl3PVt3Bv1bD5wHJkw7Fy49il/Th8GWsgv1/5oSC1eYTUa8VKzED95qHzcMCa5z1P3SWH1Jhka2CEbXK3xaNxdfdyQ38nYIoMjTwtkX/QFmVwfAgs4Bi79JgwbsGB3sg97zzJwnsbREoM7yHV7g1rD+5WMDEPeeWUveK81lh9jrczkGPb0iTHGOHfXkKt/rMRkju7ZsGHczxwO86PfGzecSwg+UKbt2GuremSDQPuDQUD7qmuiClQeN1/GvJHvoh4Yb7zgRG0M+k0Soh4Az4duSDmjM2wKMVZqrCaZml2fCr4sWRJsooRIhoJkZCi3WjbQlrLgozMMZe0Tc8yVrYveGfr+YNOMcccoZ6xKk8L/T7QBfVRgoIJin0P/qiZS08oAucCqvq6661LbCue6iJO+EHbf7Q1uoGXWFGmGTpLIj/HSqgX6f61yVZIzDS6kv69sHAv5QuX373zlnC2KQDd7NNS+Fb+/WoDcDTJbSthsWN23aPc0NBZFnWqlAUNbwPS6PDBvo/ud73yn/PzP/7y89a1vLTuOh5vj73jHO8zoXmo0O2nKfEluZiP2ARhdri5vos9KglQJ+nnyvpqbymITjyz37YSgKxs8Zz0+FNnVQe72xhoGlzvGgrxQksuV9Jrw12K08INBxPkY3Sxkx4IH1JFSdZbyKAkBZ7GKgaieJvqIlxFSMgx4SovRZwxxDB6MH8KtkQHjjjHiPuR0Q57EuGEw4VHEsN55QyCMm/ReXcYWY9J5bSE1C2HZXI/xgqFFSDWe6dXBmEF2vLZ4JZGR/rl6yoQehxBnxpKNAgxr+onhSn48cuB9J7QdfbA5QP675gqzGUE+KLJg7Dgv/UpfH5kxcWRbOZHbXhJywsn7DWNLuOskIdeDPnya9rgeWSDGYy4Rwn79c/w1tONqLgcDz5GRdXmDxRFSBS86MrMRw3iT881YYwC7+tV7wo7SOX+e5iiPX/Xzgevw4J85FrzE8fNJjnkgu0OPjAvz6+FP+N9cj870GXCkcdkgHwR4gXANPbla5Of8+GDc422m7+6aQHan+eD67HAcL66L6Jj2Y4PcuneiIbsuV50yd5dDyDGbHMGjrqRiQN9FLsS4t7Q5wzMVe8g5R6+rB6FXMf0kbFSR767XIWul90VqW53lJI70hWeaOeo2EhJy8H/S8NaQ82RbCyF4qyTnQkja9Jz5vqeTOdsx0IWSTTbjd1MjsRTkbs1MKGcwGAzLBPM2uh999FH5h3/4h9TPfvzHf1ze8573LEQuw0LRCqQp8yW5qUTsw2LaGcLd3ohL9hlDi9Bu/ayszWCIpclF2DPG0vGnSqWeMHaUzZyFI/m6Ls80kJJhTLKoxCDFg0vYrCM+KYSw8hEfvnvyWR++TZuE6XIdXl4MEo7hlSWc2xnphPqO+lBv8n9h/SbMm5rKGEeOTA5W8A0i2/eJHDsgcvABv6hlsU1+LgY0RjP9wIjDoML4hln5lq8QeeJzYbMgsIT3rRLZd4/3NmO0kwMOeRueZcL18WZBCAf5GmHmGBC0iwFH7u2zj4ts6vHGOTnVjE1MKEfYNl5dvO4YueTF4lU+/JjI1WGRgZVeVsKe8agTtk149bMPlepUMw433OON90c+JbJpl/fiEtmAcUefmSfX3yPS1+VrLROOzljtu9cbB5//bAjxvl6kt88bPuR/732uN4whoHKpB+juqtc14fUYl9TVpn+OFZy86wsiZ46KXH+HD/9HLvK7MTQw7plrD32iRMTHJg0kfuidNsjpRudsJmCMcR1EbcwJ+nz2kJ+TtMu81s0ijGHGl+cAoxrZGAv6i0GD0cwmAnnvK9b5fF71VvIbYxxGccafe9Evxo1py7V40ZknShrIB+iPDQXI45hHyMA19Ic5SypE5lhgXA9GFf1085dc63OhLFqon05qA/3lujRixGoIvZLvFHRJ+2zcaAqII7kjMmTMRyF0pLwvKr17Msf9u5Vnn/lFqgH347njOdM65fQ/SXbEhgh9TGtrIQRvaXLOZ6zS3r/zfU/TT5dukggxZy4w35Rsshm/mxqJpSB34z2eO918hHIGg8GwjDDvhJBcLicTFcg3xsfH3eeGJcIiErXUi+SGtem6vm6/Rq2G5CZJ7KOsuBg1cd3huM8YTbCUK5u3gv8hbFJCryT5Dt63tZv9eUpw5dipMSw3iIyFBTuLWwxnDCYMNfXu4Ylmse882ZQamvSeYheSDkHXkPeIYkipEYQhQp517GUl7Jbr3II+nMOiloW/hge6ck3TPg84GzyfLo/2gmeL5h6ME4tbQmK1jysDAzMGOca289phoFz1Bj2eZ7zomuesxgQLawxgjFI1qtRbefaIZDZskXXXLkkG+R0jdWepDrMLcS1E8zRfKp+FYYbBfeWy34jQutObd/tQZ4xPNTYxaGGW3/+AN9oZA64njJlFPUYs+rt43Lel90Mv+x8Uefp+kc2BXI0NEIzqU896A5yNll03+40ODFLkYAxo75YXiDz9oL9OvcpaRgpPP/njhOdTIg4Dg7EmfxvmcOQEeMb7B/zGDTohp57NEe5N9ACbHegdI3jbPpFzR0pjDLcAGwpaz5z7Y9A47+qkTwEgPxzdjOOlh5n9qs//xyhnXABzmbl98wvChkggHOQcxxCe8fOAMbh4SjJdA7IuPyYZ5i4ybiHXNwrd5z5uw2DCb8IgI8ZfMcw7eMPZ3HHPScbfh7nqQuwrECOmPfdJQq804izeB0SJuA2OfKkdxj6Zc13NO5Ixdiki4W82z5hz+gwyf3fe7DkO4hBr5vsN95aH9cdtLYTgLQ01jNWs79/5kpHRT0jnNJTd9Y38/WlPtBj3u9m+mxqJRSR3gxF53bp1kuEd1GyEcoaF6dTYy9sKptflgXl7uu+55x755V/+ZfnjP/7jMjIH8hJ+7dd+TZ7zHEI0De1O1FIvkpvsyCVZVy3JTRqxD19Aw93eaGRRGXtM4j7jgYO4yxmYo95ww8OdrNNdRsD2rPfIXX93yNmc8J8fP+ANGhbdGBHI4fJVQxkyV04plDZjwc+PYwa/4L2cXL/9en/tgUdFBtf4vGVXqqpf5OgT3qDacaM3hjDgMHzwquPtJeT7S//ux4s+OM9bn/dIUi7rnq/yhpWWWyI3eNft3tOFV5cFOJ5QZIHQDKMcuQlHdp5AjCZCjE/6RTIM0yrH7tv82BHWjlcaY572XKhyLpDADUp2+82yDs8+4daa9844YIzhKcdAZWGO0YXhjwGfD7nMLpT7jJed0GiMX7yWGKaOICyEUWPksNkB8DRz/yfuCwYcC9xdfjwxQI8+7b3ijtgML2UggcSgxWhFrqNf9uHrlB0b3ujbJqJANwroJ2P92Oc86VhXZylSAUPu1hd6vQ8h+0ofFaCGhwunp3zbzf4Y40UoNVEBENvRbwmkYuTYT1wV6eoXOfG0yBHKoRECzrORETkdiP/QFxs0GLkaOkyou0t1gDhw0BvDPF/ITaQHeiNveiKQwIHhs6HeOoRsYTwdyRnzg82IYZHVm+X/Z+89oOPKr/v+OzPoIAmQBHsnF+Ryub1JW9RWWluSrWIpKk45iWMf23JcFPfuv2M7luUklo6d45IiH584diRZkWQ5UqKyllZaSdu4lctl7xUsAIgOzPzP53ffxfzm4Q0wGMwAg8Hve84QxJv3fv09vO/v3vu96e23SJflvb56Ue8nJ7SHu3hEmvBcwOMBrwGz4mIh577hJ/OH1Zx2sp6xOLtNgyge38hiOYJeceEsLK3cY8B/XkDGKc/alfS8SHr2MP6kKZx0224U6b5Hxe7aLOxiZSxPd4tuUPmEO7GsMgXekto5i7Ga8flbrhiZE9LrLBTD496IbzTMNO71hnkSd+PdDII2n3UGVBcFcxpQNwjzujRQNun+9V//dXnrW98q3/3ud+Xd7373pJAaqcMOHjwoX/7ylyvb0oCaFGqpCJqaJNuwRs6ePSubNq2ZWZEzSdgHMmcpkJI2HPw+Q1TiJLtIuyYF2HhB9wXJqNty9ULQcC+mfnuZpA2QCNzIeemF5ENucO88sj9fzsoo/dFVck6Tq3hcz4PYQlzdOWuUfLvfo2NOZXtECTYfCA4vtZBfE/TCGupixL0URRAB2uPSZUUvvxAfiB9WKAiZi+9tUJJlMJd3ftJeCC+krfdq3sLNcUtRRv/7rki2/6qcHRiTTRdPSNqCgZ3lFuXwSPwMIkI4BDChNspxudCx/EN2sdphxYcwReuDdcK4M2aT/Ytim108cSRihpWTzQKrj/Pj13E+RNJiTdlMwcrMHGMtP/a8nnff23SD4NiL0dyvVivweIPIpWjcr1xQ4s9GgV++LyRHLmyLo3T1XValdtKAUR8kGUu/rNDvCCEAFvNt3ghOBK5fx5SfRnBxI3eEmR2MyLprv3MdLuHEt0O+mVNb27TTvC0MTm+AtGw5R5CzqbScXbFFNo1clTQW7jFvbdGeybnA48F7oZ9MwRf9dLnFmdMozZbl0HaeJJ6FthxBL184izU1GW7iPS/M6j3T8yLpuKXfKgAkpiMvHkcbTARu1mVVSEitxLEq6flbrhgZ97cvhmcu5dO1eylgHsTdUETWed2k81pLgnIBlZnTgLpAmNelgbJJ96OPPiqf+cxn5Bd+4RdcijDD7t275bOf/aw88sgjlWpjwBIQTcFDYmBgwP2cEUnt91OHxV3oil1TKpIE2Pw6rGyfKBD7bNYE/xo/vzAgjtkvC9ftKeVHIk0+nBXYEyoyVzM/rMOlH4uFefDS5f+hNpE43wWUsiz3s8GJc+VTA05aDv02WLneOOQyTTKQSUuOMm1uEcxKjc/Q58apc2bpryavy0wdd86Jh7a4Y/76MAGrhDVTMH6EEMTGwaXf8lx/rYz43Ptlx/uW9DtwFs6EdRqfG/czYQ4Z18nyI2EyHy43s3edzV383om7JMde7HLNbXqvtsXKj4879SfdlwXzHJubeHsqIehVyedFJZ+t1XxOz7LsWT1/l9jfpsWMeZvXgHlDmNP6RJjXpYE55el+17ve5T6nT5+Wq1evyurVq2Xz5nlKARKwsEItC6GMbnVipcL65pS9J/LEA0KL5dZUzGfT56T+mHsoxBjrM+7oPhl150TnI7BFe2gH1k8swbkBJUy4U5vbNW3DQkyZFIX7N9fd8qDmn3Y5iAdE0k1qtSYdlLmE4n7MMdrg8uu2aXqnV56MrJgTaqlF4I3znNU9Ff1/NBJuQt0ad+Kc5r+GPGOtxiUWF2ssgs6aSiqqlUr2nbJ5i1rjaItLDZVTCyyWvW23ipx6RY8xRvSHNjA+xB1DQHHDHom+MxLMuDjL4HqdO+ojDpbzqRMLvasrnY8Dx9pNHDFiYYz9kCmpr1X3/DZSj0WiacSiO1XvrBLl5auj+qO4cv5PWVhWXSxpVAdu6XhCMHfOVRj37Mgd37WtRUXU+D/iWZTDufSZdYA7eCalfbHYeFsbuNtSn3llGLo2qmWfNGx8j+cCLt7EirMGEKvD3Zw6TKyPuaR/HGM8aJeL8ScXc6uS5c17RVqjfOVO2CsdeSwMantwh+d6l08cqzWx9xkV8nKeBaOxWPyshgmcvxwJZR3MC2VxvlP4H9M2sEadS3PsvuQnHh+ovCOWR1o8+symAPOEKBv1MAdO1yAm6MWYxN2x+Zn11LBpL9Z8yuN32lAgVmbPi+ieMUVzPuYOzlziAu+7hFsbGAvfbZu0dHga4OVg17nnQuyZAuyYS90X5a32QZlY/Z0nS4KKeymwdlI47aIs4noRxKPShRLOqte/TQEBs0FYowEBSxJzIt2GLVu2uE9AjQm1TFEvr5BoykIoo8frdO7C5zWWlJdWyBJEwb1kN8yuz0n9GXxRX9pw84Z0EGuLUFcWC2KDKkAT5wxJdbmsI9GybcTM9Yqcxh04eqOGPNAO4owhsyihQxbXbRX5zhe07TfdKXLXm1XYC4Gz/h4V6kLd/On/qy/od7xB3Yybm0T6n9HyEWC793tFnvqSloP4FQQNsazvfknJTvtykbaVKpR16FmN8915h7qln3hRCQQkBOL/8rdEzryqY0AcNCrX++4SefFb2q7NezQ2/HnUtxFsg9h1a4z5yZf0GIQBISnI6zNfEVnZLbJ8hb5ooHZt7u+4UjOPT/6DksLGdpE3vV/bcOhJJX+kOxsZVaEzlMkhZg+/S/uBy7e5WD/0bl0Pzz6m44J6O2R8803adsb9jjcqYUNRnPjb8ydE9r1WZMU6kSf/j8jEiMbZ3/lGJXCcR39wwUYhfeddLve4c0snNhJix9zwu1sj3SJ7Xyvy7Fe1f7c9LPLyt0UGL0aK2WmRLXt0k+K5f8yvNchr930iz31V+7N6q8j+r+iacXnV0yIbd+smxbEXIq+HlMaqozPAWrGUc7SBdYoOAYRjBxsih0Ta2lR8LheR5nu+V+Sbn9WYccaUtUxfLxzTvhBnzDogvRrrxCnxrxd57Tuje/yyurATj3/oae0f5xBqgWs8ad3YHEq6L/mJmjJu+qde1vVHrDv1oiZ/7pASYTY7ED70Bb0o3+ozsDnDxo25yDM8pqRvnhGsJVKzGWgX48D9NRm/LiLXL6jAHjoFJlRIHy2fdFIb2MRAy4FNMTdW0aYIbua+5Tau4g6YM/8YG248j9gMIsSh3Gcr7WQTh/vUz9YQH9P5Rj3+bQoImA3CGg0IWLJI5ZaQ31FfX590dHRIb2+vrFiBBW0p7aZWSDSFMnlRLmapgIyUUQfLkHlhfqaochar0yxCEE8stmYlmU2fk8rG4gehgyRhgeR3Xo4hrpA1LCcmggXMkgQJwTKFhRyrNsSBF/+zh/UnsdkIRiGwNTSsmwXEGzvSHlm9b36tEnqsm4eeEuk5L9LSon2ErGLtdKm21uZzRaOk3X2vWvawWiJMhXgZRJ1zIRxOHOuyyNod+jJOXDnWRvpB37HMIWxGG7E4OxXuCSWplLVpt1oxEfOCYGCJtVhxZ4XfmW87ZfZecBsAuXSz9KYapWN8QFK0g/liTJsjoTjKdnmrB3XtHIEsRaI/WCIZL0gc/YSIUBfWRIg+BALiRnz7xeORyBieAljUm3Us6AfXQWpIU8UYmdo7xygf9XDE5SDvWGd5KaIeyBDnYe1lLNkgoN/0D8JOajA2EbC6mnI5hBJyDnlCqZw1YWvFudiT25vNgG6NmccjgvVla5AUcydeUC8CCCNEm74M92nb1u3Q9cJ3zgOjWftHW7H4vvh1tRSz9hE4Y1wghcw5VnvILWJlubTIrttFju4X6Vgn0nNK5xchP/pOyjOXmxtPjQ1RGcTmrpDcnW+W3rGJ/L1KKjtfMAxSylj496B/XzKXJ1+JUoxldY2xFu0eZOOKMXX3V1o3o7A2273qW5mdgN0VPb9rq84tavSsK67Hgm9u74wjmyIu73lGreJ8R1lY3UlpRzl82Biz65i/u95S2AaztnPfnz+i9zp9Z207C/VF3fRAYI3NB+pzZHBMNzT8jUHOY4OK79x1ngdPuc9W5oSNGzffUYou24TAe8D6U8rzd4n/bVrMmPd5Daj6Gg1zWp8I87o0+GVFLN0BNYpqiKZUSRmdF4LOzs7Z1emUmnH3bc6LF4HZ1J9UNqTSXFFtTwqiAMkyhWwIH3mrXX0t+uGlGYIoEWnkg8XRpV1CwA139PF8fmlAKi4IDfXxgoxCOG7SpBF79amon41KtiBxBkf+IrKKGzWWZsqCcD39//JtsNRIBqyoTuQsEvmCWEBcGEdUwflgpSSeGSuggT4jaNZzVn/viPKh03Ze6NlY8NseicWl2jukE/JHTmgDlmMZ0rFxY7A+Ur2eEDnzSt7dmo0FX3TORL9OH9DPrQ9rDmr6/sq39Zy9D+jmhC/o9cYPKNH69uf0dwg/7vK88EPOwCP/TMXubM4A3gDARNQA7u7jw2qNdfOwUompI+lDInTDCdFllEjysT6aeJ2cVQs+6vK0H+v5JCK3fWBqz6RquxGlfdt8s4YnsDHg3KcJtRjXtUBfrO3OXb9TN2kA17LBwzkmZNV9l7aVuWazBBBygGu8rVmIJRZhiysfGZTUtfPSSShCklDWdLD7kjAKu5cAY+SLaznXai9uHkJP+f69auJg3HMDXlsZC5tT7l3KYePDyuX+pO2QW/OQceUM54X2bOztOu6xeBtM/Iz7wfe+cSJ+o9ouPrSFDTSIfVzFfbK/pjofpeSLE+5ynq2014VEZPL9MPj9KeX5u8T/Ni1mzPu8BlR9jYY5rU+EeV0aCNKHATWhjI5y47Fjx9zP+aqz6LX+saQ/kGYBnXJdTA0b+HGkLkf3SOwa1LI9ZxNzWR01ghaRh3h9TmXaGyssb+66wcLr4gJs7uXfIzRWhuV6trJpV0E7Rwvzn9t1SW33ynfzOt4sWT9wlTHx22Bt9HP0Un58LTgracIY+3PE9/E+k6O6IIba2u710cbNr9O1MzZffD+asD4KrouNsd9HgxFwrPIFfYzlKXZ5jWNl+/W6a6L/+y7XiWsmSv81eZ2phU/EFMfHp21Tdnio+L1aCuI5qOP3GBs5SeeXcs/5a9Q1dqK0ssq9Lum+ZJwnv/cU2f1zpvRjrLLPuZnyfMe+n/b5u1iw2LJ2zAPqYl7rCRVYo2FO6xNhXpcGgqU7oCbUZ3GtGR0dzaus+u6Hzr07k2wBmkOdBdfyUmziTM662JTP5wvxwmKEUJQTFmspVCw393KnKN4e5cBuyFsccXvG2utydzeq1ZiXXizQCI05t+gWtUg5V+shkaZlGuuLRcyJSXVobmwIEKmsaJ+5jOIaS/ucKNZyzdlN/mlismkfVlBcxrGiNpiydkr7CsGBABK7S1nkBEdwjHGnPcwDsb3MC23NeYQVwSjj0rSf/mP5o17KITtVplFGRxslRywzcby4RjOOuCpvjFyssdo3IJq2XN2p6T/9dgJpa3QOOIZFmX678xv1O2LMV60V6VwfuW4Th746mocRtaJikXdq67gbd0XptLLa59YRja0nZGBtLhqzBnW1B5zHhgYWburEhZs2EArQ0qpu+U7srEm/Y07cOmjV/O2UhRUZhfbGXN7NnHXh3JsRj+rQtjHGkQu3Gwvm1dYP6wIrKG3Aw4I5dAJ7UYo0vAtYl8wzZZjSO79b2jjWiM09/cHNne8R/rN+0G76TJu4zrnq+2m/JiSXy8rotR7JdbTpXMTdIWcSCaJd9AVRL+4tuzdcGr5z2i83Tpkod/dwFMvOGozuO7vnnFJ89GxwfU5QbPdhMd52//I9GxnU59YVIQf9UT0IyEVicvHr4s+PYur5piBfiewKs3nO+Sr/M33Pc7f/SuGcgsUmRhaU0Wf+uxqw6NdomNP6RJjXpYGySfeJEydk+/btZX8fsEgxH+qzcaERyC+iQiaaVsk6uXbsiOZjnrT6jiihtPheP8cvrraQYUdETuXjR4ERdQSVTKmZmN91uP0eF7l+SV/ur17UOE9cjKkHgox4E98hhIZbKmrIiJGhCn7sORVyw+2dl2AEtK5cFBmLFKshgJdPixx5Vl2yGTeIDMJSkBb6QbyqUy1Pi3R25fvq4lIjy+ytD4kcekbLYaAZBwjszfcryclEL9+4HhMz6uLGM0qQGZtzR0QOPKHXbLpJv6O8NXtFOlvVTZtjfVfVXRmXa87FhZwyXf7sDiXTEEvE5nhZhDAy924urqsbPeOMWB1u7Td2qps3ZROLjOswmxP0HVds577bKHLTXSr2htiVI7StIve8WctAQIzrqJ/NgR3EFQ+rqzXElBzqLqUX857WzQFc8RFKw2WZ/hOnTQwxIlzMAYSfkAH66XJvDyqhIUaa+jnGhgd9Yc7JB888c/6Zwzoe9MGpwUcbL5yDWzlEnHllrAYO6RolHpxxOnNQ3co37NC5xe0Z9XjeuykP131w8ZjI6Ve1PPpFP93YIeSH+3dKY/VZN86KHMUGUw7rgTliLH2RqlJEgrh/2o9rSIALA2BTZVD7g8s7ZeP+vG6nyNlDIteWa7tZs84VfFTvJdYG17A+GDPmh7ZyzGK6fXLp1lzUd6fkf0bb6jbVItVyxh1y6SzT0SbM9tsKr/Off8ynKaM7RflUXsWdMaUts8muUKlnq1OWRy8g5kkRHwebLzxdbE4JV4kLvi0GMbL5+NsUEDAXhDUaELCkUbZ7+Y4dO+b0fcAihanPJuUdroT6LFay+Eu7xU/yMuhbripVJy/mfm5irIFYAiE6PniJdim+eCkf1ZhnXlQNvLjyonrlXL6dvOBiTeblHashJIvYZIgU1lte0hFR4iWXuHSzJBNzDPGAEPEyf/WSEj0ID6S9I1JE50UedWhUlwEkrzE6HzEo6scK6tJbET9OPPJxtURDUCyf9LLVaimH0FiMOd+bSjwq5ohyQcA3RZsFAKsxfcEKf+JAVNYKJcSQbES+IOpnXxW5dFpJFqSDfkLsEKHC0gwQOoPEWN2cC6lkvNhMgFgifOZSea3Ob3ZAzlkfrBPKpQ+Wgoz68QyATLKxgXUbwgsgeBBk5sTcvCmTmG3IKAJr9J+5YC1A7GkT64VNIJdeLVo3eCMw76xR1oCz4HZpe6ib750VNqfzEre0QpIp35UVWdX99QjZZR34axHiyRqx/rBBQN+xWFPXhZNKvFlXRsBMSAsF9dNRXLpLvdUYxSojRHdDx9xZ3DtEUg2Ra/qEqpy7VHQRuIb7lfs26d6Nn+N+H9P4+cl7B2GzKLUVnhKQazwXUNbnmK1R+g8JR4QNTwY39/06bqxxi6NGyI52M/++GNqe+wrTf3HPWV+wqnM/2lqwHObMn+9hE3/+sU7ZKKE+FM4tDp/NOcbKUgyaijuCfcWyK1Ty2Uo/UV33c7zHxyFpvtzG1QndhIy7xPtzuBT/NgUEzBVhjQYELGlUxb18fHw8KGXWMyA4qGxWUH02nU67HO/pod5kSwWk1RSpeXGslOItfeAlmZcyU0SGdPJSCsHr3KJxmdQNCeElmmsgXLhYY9mMqwPTNtoF6cJyjdUZogM54MXeKWpH5WId5YUfsoG118gC1j8IICQfAgDpwTV78y4lJVsilWks3M//o8i2vUoAIHxYH6kLIgxpxDrq3HQHVUwLUsExCCmWTIgLrtwvf0OJDfml/bhU3KCxEu++Xy1htH37PiVxbE5g4Ua8bTk5xZuV9ENKM02S3nqLbG7JSNrlkW7W/q/coO7FtIE2Q04gfYwRxxgD6mMDwfJcQ2iN8GGNHBxQoTPmgfVAu1rbRPY9FOVcJhygUQkEZfF/0pfh2k9KNeYYEg6JowzmKLVCN0Eg8axBxpA24x7OuVjZmW/6zCaCvcxj6XZtPyZy4YSeyziwWcGGQio6j75glWWDBCKMwBbeC8wjbu+4eFPmwe8qkbMc11hJ2fA4f1RTywHWGXOLWj7XOetpWr0GIKwr9+j3XNvNfI6IrFyrmwf91/W77rvzXgCsU9Yc7vq4xTe0qDs/ax3PAjZX4PYTY+4W2NzRlk9ZbwJA9v+ZRIIg3KxtrPJOiA+yHN0/WF5RUOd+4zzaZqJmbGQ4sTLSo0U57/nJ3K7u1HnhnuMaUsVZnm7GCsuuT7hpC/cKSuLO2yMSpHPPgcjl3eVft40nT3gs/vyDYKOKHq+vIE93gop70jOsks9WNgHY8PKV5f1x8ESdJud0fBrBt8UgRlaFv02LGZN/V3neBtTFGg1zWp8I87o00FANMYAvfelL0tXVVemiA2oJFVafRblx2bJlIpevFz8JEgLBspy5lYAJl5iKMR+sXc4KHbmMQ47i15gQUZI6MKQA91/aCalyxDGy1vNCC8k1K9/YNq3b1KK5DgKGdVQblo/bxprHB0DGIYum7g1hoA6IkeWuhtS7lE5enl5INcTP8otj0bS+OFf3PiV6wHdNZUyuXVD3bD4QIyqDQL/wjWhcsGDnlETR3uyIpMZGZFkDFv7BmFAWgmSD+oHk4goPeeQnH+YZkmtq3GAFFs3rSpQB88K5EF5TR6c9EF9HIiOQ7oy5NHV2yDQbF8wbBN3mn5cf5taE0OizcxO/qh9AvDxE1foDKWPMnLp9RDwpw6lYj2t6M4CXAnNEnwoEtsxqTLw9FmXE9kaVZLv+kOu5STc+AHHMtJUx9FO2OVX1sajOM5HHQlQHrvPggXfohgYbNcCt23YdUytr0q2YWPYbOiZuw2jVpMK4u1ebGmYvUmXn2NixTunzeC4vdAc5cES6IW/tN0uzEXojEPTZ4O7X6J4zmOfAdG0xL5rrpIXL6EaaKYmbboKNy0zPv6T6kp6RMz03K/lsnU5Z3puzyTn1BQeLCb7VOqqhjL5IMfl3NaBu1miY0/pEmNelgVltf7a0tEx+4r/bp7GxUd7xjnfIu971rmq1OaAOMTExIYcOHZKJuPBRJUXTSi3Pd0/0XUH9a0oVKoqfF3d95MW+oL6oPVgoDU5AK3YdRMwXuEKoC/i5WMkB7ZdjZfljbO0zd11XRsJjAbLuu+Bbm33hKjN9mjsw89rQIIdSK2TCLxNBNt/yYrGj8XGPjxXWz6Sx8upTobhY+7G8N3iu2dYWE7nyj/njB/Gf0obY3Nv5BeJZkbhXQRuaiwhsxcbUj6O1viWNezzP85S5SJhDLMNJ69YvH2GyOHzhQOY0m5NDV/rdz3wbGksXCcKC7mPKfLXE+hKNW9Lcx9tZKqYIosUE2Py5mm3ZiwVJcxoP35nmmoBF9HfV91wKWNQIc1qfCPO6NDArS/eP//iPT/7/4x//eMHvhvb2drn11lvl/e9/f2VaGLBk4NKaIGKVuVCaGE6SSvJsVXdN2ATLpLmXQzBxZ4dUpCPrj7OyL1MLNa7OTZHSOBbCuHs5bui4pr/8hFoJIXS89GA5xpUcF1/nIo8aekTIEMFyeYazaqnFvZU4a5SUndV4Qq3SEGkslChn07a9r1F3YcTRXM7tFo2/XtGhbum0HUE2rsdNmn5abuku8i/jtjumbtO4FtM/iJ+L823QcaA++kYObsTWViJoh3VyQN3S3/qvRS6dUOKPJdZ5BhCrPOS+z+Ya1RU8F8UMQ3DcZgMq5u1KinFzhxTipotIG/NG/7Y36e8QeqyQ9A9RMMaOtiFKxng6ga9cpIrdKrJ+m4q0QSiZE8b7lgfVqms5uvmJCz6x5vQV67Hrc5uWi7q2KanTNqekj1L5ShXLw/LP2Fm6JxdXHq0111bEvyZ0Pbj0bRGhxDrOXBGTTbuwIrOGIPBONyBSY6d9XEN/uMapltvmAO7V7bq2KBvPCNyc12xV6ziu9k7dG/2BKF+0G6doM4a6nDV8TNcDlnfc+VmnWO4n1/LyvKs09wnnD/RKdhCF/Yko5jsVpcMby6udJ20ScW9hsW9fpWNFPYy5G6tWDX1w90W04UJ/ULdv5b7O6ne4j3MfOZV1j0iwpljLlO/U44lhHyj+HIgLGjFHk+7q1B9thtmGhAmPFXv2zFRfNTCTSvxMsDFwQnZ9kkU4cEVL9EwYml7wrVZQib8BdY66SRc21/VeR6ibOQ0oQJjX+sesSPfHPvaxAnVy//eAgIoKjUxRQI6J4SSpJKdOz151l/IQ6zr0dCzPcVbdnc01l5fNA9/Rl2vcWiEaliLKCXpF6aCckvGwyHNfiVIcZUS23CJy/EWRG1ej1ERd6na8ep3Id/9Bz9u5T6RjvcYgUzcuwsRpH92v10IGtuzWWGbcrL/1ea17560i2/ZpORAnztt9j0i6SeRbn1Oygss1bulrN2tZ1IcgGiT/S/9Nx7Blpcj3/FORb39B5NRBLQciPHBDY7j/8VPax9e8Td3LD3wrcqNv0Bjp3XeLfPmvRcYGlSzf8XqR9o0iLzwusqpbZNtukSPP6QYBLuGQxbsfVcvqEw9b/6gAAPqjSURBVJ9TAkidtzwgsuVmkW//vbpjo0oNodp+q8aNQ0Lv+16Nn332q3qOu+5BjVG3Y4zdxdMquPb8X+k5D75LN0kOPqljd/RFkQffqToBrz6dz9tN/bc8LPKPn9Sybn1Q5MjzutEAqWQtsonAmnrh6/kNDTZA2MhgfIg9h0xDZInxPvgdHfettyhZRiHe0vhA+CDx7oVyXOS2N4g8+cVIZT16uUIN/s5HRE69pL9D8BDDY6wRrXPx4gMi971V5Mn/o/HfBlTAcS13wmnjKqhHf1mPBsgs8eKUZVYxjPg7HszHAEPaDz2mZDmD0vm1SJjrXp1TwO+IybmNish7grlm3P1838zn/q+qeB/fu9CCsxrLTsgE/aGdjW0il0/qWHHvsJaxgvv509mAQNGf2GV378rUNsSfA/HnjMsmcLPIy9/SjQATWGNc7ntbYTx4/NlTSn2VRikq8TOBMWBOn/fm9OorGtPP5mcxwbdaQaX+BgTUPiqx3gMCAgIWGKncEkrg2NfXJx0dHdLb2ysrVnjxgAE14Vpz+PBh6e7ulgxEtWBXOyY0wnenXp6quuv+KI+pOFL8hRHhkqQXRisLC6bl6TYRM4BqNmUff06t17QNqzDo71EL2NotIkODaiE9dUAtpy5VECmNohhaiD3WUyxnxB+TNstZH5cp6aCvlIviMHG/XHfsRa0HgTJejonT5jwsv5AbrJ7EEUOwSY2F8BQvIFjKITjEt1IHFlVeQmkDpIb+Qb6x1GLlhPjc+WZVhSadlLM+N2kcc+8VVRlfv1MJCGSR9mHhRMQLSyiECsIL8SUNFH2ifytWycTmW+TwcEq6Lx+QDG7l5obMfDIujD9CXb0XdTPCxKjYSKBv9AOrI6QIYka7EFJzYleQ2hv5+poR0NqrhI3UYSgw0wc8FKjDKYR3Kqkgph2CdP2yip1ZSjKsfEPXRY4f0LGgrQjF0c5ly0WWrdI5JL4Za/q6HVqHE6pDFGxcRbxu9GssPY9X+sQaxDrLmLHBwHXjXv53rNnEnkN4IdxYeE0x3KyvxPrf/kZdp1jMWY+Qb0TSIIr04dmvaCy686Igh3cUm8t6gbRzrUtpNhHFtkflu42XZRqrz5qB2Dr1fjYK9uk87P+Km5uJ8VE5PNIk3Q0jksETg76jiG1ElfK4b7G4Wz5yP9Uf43f4aSXUzeQhz+gmk6WvW7tdNxuYI/q5YbuuMeaCjQzaydw5gUOLwx8pfA7wO/eH/yxIeg7Yc4bNlMPPaFnU5dL2IaQWeZbc9Za84rf/7JltfZVA0vNvcmxnUSf3DnM62C8TI8NyeKJVujNDkmEtcq/jIWO54WtNjKySfwOW0t/VxYhKrfc6QV3MacAUhHldGvyybCG1CxcigaBpsH79+nKLD1iCyo2kmZtUWZ1OaMRT3Z3EWJmqu1aWCSoByBfkydoBQcFVl7ZBokxUieMQR0SycKnGmmzCX2aBdeVd0w/uuriNH30+Xz8vuFhYXd7rG2plpT0QpxMv5Ik/JBSVcgPkmfIhkmA7is+4SI/kLX5Y/yzPNfpIEFOEwDjHxMggo849tkXk3CH9QG6xvGLNNuC2jNXcBMt4KYewsWHA2GNZvfk16ubsxLxIn3VO0hu6ZUeDSJqXpsmyyEmeUSu+GwPUuXGdbtS85ABSiqu7/Q4gPqNpkUNP6e8ov/ecU1E5XrZdfzYrYSRfuAEXeI6hqM4H92bKZhxoN5+736LkGpd0yBdgI4ExZlPCzeNVkW3LtL94JPC5IyVy8oD22USm6B/zT351AwQUAmvjx2aNxS2blZq6sIybEjhE1V6qKM+5sw+L7HtQ5MwhzcddsJZ7tU2AzRBAeQ5X1JODckzwDTLJeqRuFLr5jO/MCwcaiTa1/sgTJJ1ukB0tWUkPj+ZF5xhPi3t2RD4d5YWP+uGDc7nHJNpcgkCzXnw0IgrIfRflQGctGzjO5gljynrD7T7pOQBx958FSc8Be84wnmaJjwsj0m9TL48/e2ZbXyWQ9PwzzKZO+kTfMhlJt7bLDpe5jZCFaK3Tt81FRNgWGpX8G7CU/q4uRlRqvdcJ6mJOA6YgzOvSQNmke8OGDTOes4SM6AEVQEOSaFkSkhR04zllS7mm2HH/eksh5sOPJQUQcggHL32T50Sq4wU5jT3V88ljsdgsF9sbU0t28bKxNkA8/PvLXjb9/tCPeFtdDm6vLHNfpg9+2bbp4Lfdv87qtrziVrZfpjs2PPUh4/qTMF9+WVhv4+I/jEHW29m3eswt3NXn9SN/YmFZWcsX7ZOnhGP0eTz2YsP3fjttvP25gMj4a8HaGq/PFwuTaM7ZbJkO9n18HbljXnhEUswf3/vHrT3+GrG1XEytP0JDqsTrkuCvNcqI36/uOm/VmNJ7UtnxOvx1BRLLTmpTwngmfV+p+uaCmcostc6kOZ3m+5pCJf8G1DlK/rtaq6jUeq8jLPo5DUhEmNf6R9l37h/90R9NIdhnz56VL37xi7Jv3z558MEHK9G+gCUkIFHcvTwmkGOWMtxM7Y+P/YRcQbxcruaG/Dm+6q5ftsubHVm6DXEVbWJJ2VVG3MopdEex2+OdIm0r9TvclHGX3fMaJYdYciFe7ZFo2tEX1CpMDDMEjeNO5CsS1aLNuBljZRzoF1m2QmTbrUoosQZitSG+mZfJXmLD01oHMb24rSPuRT+w0g3tUMKPBRgihDBXplktnLhi4yaLJZn0WSYah1WSMeIaYtaxlFIm7tYujVKT9hkRLvpLOVhJ6Zsj8sNaBi7QzFXkvpzt6JLD/RPSved+yWBJxfUekS/cxBmvm+9VyzBx4/SdOjiHeaOPLeTwbhK50aN94/9YPbFIMy64zNMG4n9JxoD1E7fqux4RaWUsserm1C2ceHi+xy0dAkp7sepjLaXdLk6f/uY0X7gTBIuUyAkdcDH7URopF7sfxaGbFgBtI76d75gn/s8c4V7txNwYnzV5NXrmGUsrgm0NmXxOckeMETqLUo85gbVGdbVmTBDoAy4ndbNa9WgDY2btc5sAznQZiaZlde5wbY+vc/rAObjh83/WFx4YzD/u4y4nfTbKWT0s2VxODo82Snc6Ixl3L0QhAyY4SDstBZuBtWnhGxm7Bzrz6v2MP9cR5sFmBOfg3u7GqrmwbEB/GVeOu5R60QZA/GU0SX0+CaVmI5iiel5mfXOBlVkwpiU86+LiU16fWXFuTpvGkECc8n1R4J0zmQc8up/8+Pe5YLq2J41rsWd4pediEQl6Tfm7uhhRalaEJYK6mNOAKQjzujRQNun+8Ic/nHj8ox/9qPzoj/6o7N5do25pAbWPmQRynBtun8YaQxIhSryMwzOIN3YEICJCnAOhM9XdeNmUhcuxL4LEyyvX8eLv0helRTYg8PSsxlVzHmRgU7cKaCFQ5fJkN4p036XXIrxlxANyettDSnpzKZGNu0TOHtbvsVxCpCCRlImQFTHZKJfz8sqLLK7SuJ3zkk2c8LoteTd34i6J2T78rLoWQ+p48eUlkOsYJ2LOIXiQb8TMnGU4J7Jxt/admGPasfs+kZMv6++0E7d24sQbzf07oy7X9AOiCmk3FXbax/GLJ0Var6pQFoTg0LMiTWtELhzSBIVb94icOaKkHRGzV7+r44qLM+NEzG733SrMxTzx4s8+B+N/ijIaRDZ0i5x9VePSIfuM0R1v0vY89zV94XZxxaPqTv/Kd9Wde9dt6kZMncRCcx3fb9mj43LusM4tGw77XivSc16JJpsCjC1kmvGCBLoNirXaZ0cIm0TueFBjwTmXF3LKYQyIIUeQz8Vus3GQETn9qrpzM/eEClA2awBXeAg+bvPUzTp1ZL/Fc9s/q4r2kFPisvc/puvv7jfrRgRtMk8FswKxycJcDWeVJDDfzAFgjCHVxKmzGeFi0Fn7TSLd9+paYAOAjSx0B+ze4jqLJ+e+YkwBfVm3PX/PjR3R+HqzsrO2KefMq1qvU/jPqJs4baIc2s9mBBsxrG+zwjL2bL5gLW/o1XuCOSGenXMYJ7chEoWD+Arc06lvsz6cArnnLWDguKmXx1XPy61vLqDM+JiW8qyLi0+V2udiYNMjLkDJdehS+PnSy8FMbY/Pgz8XrNVqKa8HQa/5R9Jc17KifkBAQEARpKsRl/Abv/Eb8su//MuVLjpgKQArQvxlCwIFkeElk5dsyCoxxhAD4lw5xks4Fkziq333X7MmFyubskxEy9wTsZjw8gpRMQsacb3ERkOEeLnmhfTQMyo+RiotwAshqtCoYjvLa0R6IL7HXxLpWKexktSHFdHSUGFV5KUdAoW6N2jMqHr12SNK2o6/ILLjFiXVXGPWZl4wIceQNABh67sscu2ykiKIHGQJsS8nwNaslkuE3iBMvCQDXpwtNt29yOc0RRniZsTPIux14aSS/A07lDDa+NFXUm+dj+KJIVQQYMgiJI5zV63V8YWUk94MKzQxyZA/rJtufvA6GBPpOaVWWUsLZZZbrP9rNqhCOudZTmk2P4j9xtuA/kMWIcLEu0Oyt3Sr6Bnx94jfmbIxxBmCynHKdW0Y1s0bBM8g1bSva0NkIe/SuH3Gj/Rq22/XzQfQfY8SbjY0SKvF+HLelWgOuZa4eTYJWA/MOWDOIdIco5+Mwb6HdeyjeFs3R6zp7ft0vbt7Iq2ifQef0raAV5/VlGu8hELmuW8gIqyfWx/WtcWmDer2xMNDUNw90qBrhDrZVOJ32sOaJ+7exfy3ajnOO8Kz+kKW2TTwXdvjYRSc7+cCd+smEnmze9Stg6HIeyCtxwav63hbO+kTVlW0Ccw137QY2IgwizfPBsaMDTlf1Gw69W02uCCLdj8YnDr7fXnrramemyW13PrmiqQxnelZB/id43xfap+TwLMkTrgBv3Oc78tFKW2Pz4PNBZs9PLurobxeSrsCKo+kua5VRf2AgICAaVCVwJDW1lY5dCgSagoImA140S5FIAerFn9w+Q6CAwGwF3HLt+27upo4VdJuOWWRExgS6yy3kVov4DpSGUEgUXbmpdLcOV3e7ZRI01YlJtQPKaFAUwDme1fO9UgVfKu+oO17SAkWBJd6IWaQP2elxo27VeTqq0oQEVHD/bj3msjO20QmcqqsDemE5FP2pl1KRCG8CHjhVrzrbm0rVmGIMxbMNXdp2VgHqXfv/SLbb1Er87OPKYHacYeOKdeRRonxRFiNY6deVYL6wDtV8Zmy2LA49rzITXeoFR5rNWJkkHAIcapF5NJxTVnGPt+uO7WPqGhDHlAPtzHFBZxxvZd2toj09SiJQ6DuttcpGf/W/9a0ac6aPqhtJv0U1nKIKbh+LFK4HtN1wjogbZezbm/RDQ8jaxB2rO6cB+FzhP2CEmk2FC4eF9lzf0TIc0rsr0Xtes3365rEWsu8Qmqd6/tyJdPO1X5c64IU4skAOWJcWB9svtA3NmOw6DJ2/P+OR/JEFusuawPBNsuZzhiR5gkiyoYHFnLWCurlpC5jk8DlIifFXafIpTMiXYQOdOQtmOYW7IT2bug6clbvXETYm5V8szHBZgwu4C5vO6ERfSJdK7QO57HROtXN2e45NgzsXuW+pHzKZd6px/LJs8nFfc4aphznGYJFv0XHnO/oC7cUZRnppE3OAu7dv+5etbzZJapvY52l/El36RYdqzj5ZC5RTPazK5RTX7mg3viYlvqsi4tPWZ/xLDl7UWTTuihl2LLSRNiS4AvPldu/UtqeNA/+c7vScxEEvRYOxeY6EO6AgIClTLqvXLkiP/uzPys7d+6sdNEBdQw8JIhRSsdVjKcTyOEFkxdviATAsgg4Zi/kZqmeSWyF83hhj7tF8nKHNdMUjU2RGbdyCA9wxCCK4zU/WMg0ZAILvImgOesfuZ4HRIYjtW3ILgQEK75dx8s+4lG8vPLBcg0pp/zjkfL5W/65vuRD4oCNAQTE1KmxbtMvUzh3bRiK0ohd1o+z0rVG4l+D6vZMWRCgVyOVcICLNSSRPNF8bsb9+oySRtyEAUSP+aOfkYp7enxEuodPSHqQVGdRu7BGQeisnZThlOHHta8AIn/9glqqDcwvRHfkhsjlGzpW9JGXLwijm+cRnRd+3og2arCWto7nFbqZS+eiHV0PIO/Mi4vzj8iExcsS383HzRcW69Z8u7AUch6bJWwQ2FryP65deCeY8n1k7YZE+qJr/E59xMPj5QAgQJyL63uSQB/ky5XtlM20f6jc3/u9ecXv7JhI1zpto7++jRQRI85mgdtAaom8CDyS4toXra/mVkl3dEn3ztv1XsXyjst/Uq5c/56ze5UP8+GI+o0o131O58sXTKM75rHC/yH8TqdhMP9M8C29kM74/VtObDHXlEIWk7IrVCqWeSbYuPpjar/735dSBmhbJukte6R7U7cqIttG4XQoVXiu2sJZxbJcVEPNehEKek3+Xa0HpevpMposIdTVnAZMIszr0kDZpPvWW2+dcqy/v1/OnVPS9MlPfnJuLQtYchgfH5emagnkzOWcJEEhLNvxNvkkgGMQI/8FFlIQt+DgPpzyhdsgVMSCe8rWRu59IHCW9kgKf4AhZH4fTCAr3kdcgg3muuv3keviFgTa4Iu2WD2WFs3vv9+GTIOMZ5qloDQIXUF9Uf/8lwjGNy4S4whGwrgUrI/GhD5jBfSvi8p1RNXOMRfm2HzF1dBdXu3YPLs+NcfOiQtqRYJh/nUWB2ygjCnXeeJhrs3R+QWEs3HqOom7DPvnxYEV2Uf8Zc6vPyqn6L1aSn2+arvlII9fR073yd89N/jJY1UUyloKwlIJ57g5LdVyWKrwXD0JZ9Vqu2bArOY1YFEgzGl9Isxr/aNs0r19u5c3NQKJwXft2iU/9EM/5PIIBgTMRrnx+PHj0r1tm2Qy59V6bK6TkBGsr2YZKyakUkxsJWdpqsbUogmxMquiucNilY4LspgyLzHHTgw6UoMGuFpjoSWG10+9RFysS/uVLiRXKI9j1caNlmtxI8bCR2wrauE7bte24SKLxZW2bL9NrXxYEYnbdaJsq9RFmvJxKd77gLaznfjwUXVtRhAN92bqpC3maozQEmNJbm4stpBf4lBxZ6astdvVqupeHlPqAk2suPud+RhRBXfGChLpxOeW6Xm0nb4wVmwaEB/e3C7Z9g453rJeupetkAwWUcYL0oW1mPhwXPchkBOeEjBux3xP2+iPARdnFLb3vU7HiPqxbKJMvvMO7SOuz8zDjjvVwmthBxA33PRxs8aCyhgyn5zP+FiMvHN3Rjxtq7qycw4q5E3tImND2je+b7knrxzPdcwn4876QAAM0khcbD8x4Fe1fOaMdQwpp6/pYT3OMTZRiNd3KuJ4U6S0j7jM046VG3Tt2BibWBlr0K2P3XqdxdJS5qTid5t6FeAtQZw2oRSMublRQ6qJLadvtnlDndTPWLKuzh9X7QAU6cfG5PhLz0v35o2SoR/xdHZOxC7KDIB4HOe4fPH96vnB+nfx8cRmR+JXeGhQH33gw/m0kWs5P0ng0E9ZZvc44l4uBr3Nc/eugsJ0XMF6LvXNVg27VGGpWYhPTT5/S1VELibC5tYQ67tZdRHKGfdaFc6aTbtqROF81vNaadTIONQTFnxOA6qCMK9LA2WT7i984QuVbUlAAOAPMuQjLtIDSZpJIIf/x4VuXD7kVnWFduW0iRx/LrLmRtYYXvYhSP7LgK/Ma6mkzh9VcgVZhTwSDw0pOndEr8Fl+ZaHVIzK3MUhMShk3/kG3USAlBGL/J0vKOmBKEAibnu9SOOEyPNfV2LV0CJyxxu0/v1fU6JI3OjFMxq//dW/Uabxuh9QkbWXvqXncF33nUrG/vFvlYxAGomVXrtR5PnHlYzSBkS3vv4pJZNc99C7RI4+pzHOEDTSbrkEQhPqXt1zQeQ1b9c2oRJOOyGSKFzjbk5M+HCfyOkjIne/SV3VX3xcZB1x6FdFGlu1bfu/ruNH+Rw7+my0odGrKcQQb/v6p3VsNmzTNmzfK/LE5zUmnHaidP3CP0Z9flbkjR8UOXtI5wwQ845VfOstIt/+ez2POHQE3Z57XF3ZccVm02LDTpGnvqTzQ3+I34bI7v+yzheu9sde0LXH+mI97HtQicW3/0HTcLGuUA/H3f/Fb2ob2NyA8BIbfugp3VjYdZf+pBzaRJgCGwZsdphIGm7/kGTaxfhB7m99UOeYNWjrau+DGtf/nagNEPWb7hLZtDu//iC9CNaham5WezZ/+LCJ5chtRvvI3JuLPOfSv1teK3LwSZ1rYue5VyDOEGjWL30x9XPAemNulkUaAgAyiggf7uGcwBiv25Z3YafttNlpGqzPk2k2B9h4sY0uEzjkfvYJd/wez0X3op+RwFe+rrSCNWPCMVNQn0195ahhm7DUlOtKeB5WSnzKRNj85zQbOMwLmg1O26LMcS+1f/ONUtsVFM7DOAQEBAQkIJUjwfYcMDQ0JM8++6z09PRIV1eX3H333U5IrRbR19fnrPG9vb2yYkVkPQmoCUxMTGjuSSzdZw+qNS+eg5afWDYtFVeSkIq/s84bMCTCLHEQbdJx8RLPqudFECuoy3+MUNo+LQ9r4f6vFJJ+F+9KrmbimxFda1drD8SNlzBevHnB5+ULxI9BeizH+D/+LyVbAGKJBZH4WCzIpBO7SgqkDUpeIKUdq7VeSMmNfiXNWJzJ9U0qL4gXv48OqGWYeGrKdQQG4SHih4e1LWu2qVgdceqkgtp1u8Zuc+6ViyIbtqu1ns0EHg20gzkwiyybEaTSwrIO2YGwkY4M6+Str1Oyh1X20JMuXnqidYUcbl4n3SMXJYPqNHG7WPUZW/oMsaIO2ojY26WzIr3no7HORCm5BqN0ZZu1PtJv4ZJv163ZKHLuWD7vtvNowOpIOiuE1LZHZHFYN3QQRyOGGW8A+omo3ArUwhHpW6XWdzZOGAfI3LH9eREvxpdNEvpJ/7HyQ/BImXbiRR13F6ePxTmn6xRr+s47NaadeGauJ0YZwsq6sLhyLLpsgLDBYTGxWKDbV2nZWIcpmzVHO9jsYX0Tb0+8u0u3NahkGYVy2nL4aV1zWJnwkmDT4vIpPQeCbvnVEY7j/mJMsFAj4sb4jw+LrFir9wzaAKNDMrH3ATk8kJPu1cslY/cS9yXjzty4lGqm7p1TUT36w/rhXjRvAuaCeykbEXc2iphvX8SMdk8nlJV4jx/Pu+6z3n1FcbvHywXPl1Mv50kXnjiXT+pYY7HnXrcNgZnqi5flo5S2FlgRS3geTiM+Nfn8na31zLyBnE4FueLb83oDs+lLuf1bCEzXrrnOaYVR9rzOFTU2DvWEBZvTgKoizOviRqn8ck5Can/6p38qv/qrvyrXr0ciRiLS2dkpH/nIR+THfuzH5lJ0wBKEEwYx9XJLBTT1JCVbpYitQCx911engu4J/ExA5JflX5JNFTdJmRcCanmIIdy485rFB3IWR9IxyoZQ4eJbUHaUIxmQBxsLIWTrVCSShqUa92PSkxlMAI22AjYliM3lxTcSMXMpryAlJnQGIDYQ2yuRVXD33foTgoV4Fx+suFhbySVuuP/tStie+Gy+HGfZyubHb+ftSnbYLDnwbT3W2CLpra0iR57KW0PJi8280Gc+WJZJScYGwQuP6TmQF/p3yu/zZi0DV2c3D60il06rkrkJmzFPtAnrvz8XjOnRSISOnN5YxXGBt/LZMGBesbra2FiubzYLAATduTpndcMAYKGFQLMuTbCOuYLUm7AfwJUehXDynru2t6sl2+W/Nqsg+edH8yQcsBlCn7Di8sFCbAJtp1/JrxnK457pj8TijLRDuAH9oJxc5PbtiDWW/djaZqzYYDLhNltbwKzg1y9Lutlb35RB/9nAMsuyAQv+ZP5uxM68WF9cxUk/t3lv4VzFMZ1QVuI9Hln0WQeW7SCufF0pBWvKt1zZ1Ourqs9U31zVsEsRlpqF+FRZwkwmPMc8sEkYJ9xzGfdaFc6arl01qHC+IIJbNTgO9YQgolafCPNa/yibdH/qU5+Sn/iJn5C3vOUt8t73vlfWr18vFy9elL/7u7+TH//xH5c1a9bIe97znsq2NqBuwY7t7t24mEaEpxIKsfFzfRV0EH8psPOrqczLS3ocfjusjf4x4iSd+7AHF2vr9c9edv3zIAN+znJX/pi6dhuw1lp5fhsgwD4gFH6/kxxkIPzASBbzmp2Q3UPnCtsBMSno31hhW6w99NvHlPy42anzSrvj19Fn/xiW1Sl9hqgRtx0b0/j4+de4cyKC5wuu4boeHx9LD2ew8+PK/HHhNq6xOvz6C9bMmBL2gvIT1qgry+/zqLp4x8tKaoOHzPiI7N64vLT70lckd/G+DZW7l+Zyj1eqvinlx1TVp6uvhtSwJ5+/5aKG+rKgqLFxmPO81sk41BMWbE4Dqoowr0sDZZPuP/zDP5Rf+ZVfkX//7/99wXEs3Bz/gz/4g0C6A0oGUQ4DAwPSnmmYDIssSyHWd/3Dmmfq2pAQyCbWU9zJ3ct+SomVcy9PqyUPKyPfOeteSskSJAR3V6ycEErIoYkEOYut5fWN3JspE4umuVviQo31k3a5fN6t+dRhLqa7IRL8QqCrTd1uKRt3YNpvOZ6dlTOrLtW0ByEjXFqdUBhuuLhMd0Qxr+OR2BReA5HoFlZG3G2Jk8WiffJglHcZa9UKrXPjDvUkoE6E1XAfJn80v+N67H52inR26TjQruEhkfVbIitnVqSlQ+SON7q+5BpaZCCbkvY12yQFGT13XOOMIV9YcbGoO5IyVJimyqlaZ/Q88oi78VitViZiyJ0r+Xp1Oactw/0iJ6Ic2MwbZTE+WHmcdZrc5pvUrR8xNus384yQHWOESzlu24wbnJk1wfV4HRDLbx4GLod0r24Q8X/6gHu6XqSu76aCzvzwf1zMKYu5Yx6on3GlXlywsVJjFWbd0gZIO+uFa4hNpy1Y1J2LNoJxy/SD9Zy1w+aAWbScGFm7EnT6x7p39wJibt694kID+nR8zGOB9ew8TZryYm4QSXMjX75Sci0rZODGDWlvaZIUa40YbzxD3OYGiv1RX9ymhUfaKYdzfT2FnCd+liSyNJMQkz0PGEcXijAU5Qknx/i1QsVzy28+XX2lPFMsL7YbwwS1+VLrqyE17Mnnb3u7pEpJGRZHDfVlQcW7putnuetvIee1XMx1PQQBttqb04CqIszr0kDZpPvFF1+Uz38eYaOp+Jmf+Rn5+Mc/Ppd2BSxB5cYzZ87k1cvLUa6NC9jwcow4FQQMEgCJgFRDVHBjhVDwcoZyN4Tb0mJBgjif/594WcuCiHIdLsnE1kKqx4+oWyXE3G8j1+Oi7KydKSVL67cpEYLQ0R5cMSEejiiv0HIh7sTW4tpL2yHHuAdfPC6SbhQZ7NcNAGJ4IXrUi0gb7sm0gzav36mx3pTNcV7uiN1F1AwGRBm4dNOHex8VuUGO8LMiqUaRm+9TV/SzR5UwQd64HjGyEwdU1AxV8PNHRI6/GMV0N4rc/nqR0TGRJ/9BXyhpw97XiJx8UbJHX5QzW+6T7mtHJAMBxVUeN+xr53S8t+3VNGmAFwj67ObKHVCxtSPPRvnDV+g4bLlJyRziZ5wL+YbI3v46dd2HOHas1THBDf7iCf0/pJOwANYA7uEWi4zA18mXlQQ7Ug3ZzmjMNCSXGHXmhLnF1dwp02dFdt2mc80cunjxtbrRApHkXOab+VsTkf2TB0RWr9cYeD7E4pvKOGPJdaxdYveZP+LEaSTtwXUfF3rWIOc463ajbjq4TSRisIm7X6kbTLi3A5cHfETbxveEETh19HQU+35Dx4XzIMesD5cb/oqOI5s1lA1Qee/tkWz/FTlzY0y6m8aczJ4q6jcroUaAj/vKredBjc1nLbGemSPzZmAO2MhgDiy0Ii66VYogFf3NnVINBu5hxp0+8D3ifuYabwJvxPM39JYu8hVvA+sCDQATaTNFdYvpNlX1UuqrIZXuyedvuXGitdKXhRYxKzYO5a6/hZ7XcjGX9bDQc1jjWLA5DagqwrwuDZQd7MPNPspuZAJGRkbCwyBgbgqxcQvSTMq1rMX4H2rACzhiY2ZZM5EtJzzVrqTgxEtKYm33Hcsg1msIKGrXWDoh7xAFXghcTG1OY4R5kZrMj5wSOfKcyPHnlcgDiBXtOvDdfMoyFKydejQpkqLUTKgyQwhph7uJhvQFA2sIonJYJLmGcrGG0wZEjBBeM+u662+vkjWIMsQJuFRhTUrQnIBaVokVgm3mRt65WuOeIUcufVezEqSB60pGGYNLkdgbMDfhrTcrYe05pRZsQJzuwe+InDkssmy1thWiR9w2Y0pd9I++UQ9icYD6UXHfeauSS1fnyYg0kmKqV8XWTh9WEg4JBG7uWnSOOA8CRH1slGzdI3L6kF6LYB3fm3s948h6MkE1wPzgLcBmgyNRjbpWWH+IrGFNxUvA6jE3cmLE9z2kmwi03Vz9124Ruf0NIi89oWX1XsnPh5gVGIvyjai+Jm2n27xh3CLSSH2QVFvfbC6wXiDxvgs85Jf0chzjQyy5yw8fPash0qiQd9+ta9mtj6u62cFmDuXzgTSzyWGeA86Czzrpyueox12cvrB+DdxD1EH8Ofccmw4bu7VP5vpNnyGv3M9+26mXe4V7udj97J/j7pMBVdC2eHO+ZxOL+T66P0rNlsmrmfuW6HhZcSS1gTlBpZyxM4s3Y8cY49HC96XWV+6zrhZRC30pdc3M9ziUu/4WMyr9d7yexyogIGDJoGxL9z333CO/+Zu/Kf/9v//3guB/XCT+3b/7d3LvvfdWqo0BSw28nKBuOhvl2iThFogMLznOjXi5EiRejiETvDA7KxxpryJCATGBTEKaeKnmhR0FZc6FgOIiTJmOhEIcI7LhX2fCVQbqhITwwdoJiT28XxW8nUt5i7qDo6qO1XbPPUpicDEn/RTXk3IKIox1lBd7NhJufo0SohMvaA7pW7E2Qxg7Na0UpPPBd+v1qMh2rBPp79Ec2FiLIQdYe+9+i0jTm9Ty/fT/0/HasEvHBEIFULtGfIz+k1YK6zDpy7C0cwyCBfHdvk/7BJlFhA0S2blcx7x3WK3OWGFXbdIUbRM5kRtXlBiiMM51WO7HXqticIwD5bKBwP9dPuyV+h3tQzmc9WGWWsZo38PaR+YIMo9VkjRkbAhAnrHE73tAZPVm9QggHRZrgDYw/h2rdLOA+cSNHRI7RJ+36Pxi+eUlmtjvTE5zc+PF4PJNtykhY75MYIs5Ovmipg9buSZy6W9VYshYw9mxbGPxpg42QVxu90hoDvLLmLLJAFF2ImmkyCJMIXKft80HrnP3QMpT/m9U673zqIg8ILB2YyFhUwLrNOc51+wb2pd+xAwjKzd9djnLm3Uu2LDAmjuCxZx82Y15ATFHvnPaHq5nvrnvOG7CeBbLyVyxHlvbCmOgTWTJ/j+TEBObMtyHFurhCH1aN6LwRqAe1N+dhbFhdqJOxcSgeFZwH7IeWdvMD14NlqebtVhqfeU862oVC92XWhHvio/DbNZDPaFSf8eXwlgFBAQsCZRNun/9139d3vrWt8p3v/tdefe73z0ppPa5z31ODh48KF/+8pelWiBdwiuvvOLca/bu9ZRvAxYtiE1qamrKxyjNVrk2SZjF/nhDMJxgVKtatwGE0Flf+/OxsCb0ZGVZfKvLLeyJWEEykgSifOVe+39c3Ao3ZK7FZdqswpAg0ioBF8ObybvYARezm8vnAweQNGAK46Saonys4VbWjlvVgn44qgtg7W5GJT5yceQaxgIib8foLHWa1d2dx8YB+Zn7RE4dENl8s5I0rPx++jN3rgmjjUhqfFSaRgckdeOqSH/0PSTM1L8B1k4U033gMv7yE/n5sp9u7CNrBwQUosy8mPgXsd1skpDb3ADZhNiZKvj22yILdp96Krg2RG7izJupkDM3vDiiOG8gLAGibNbdnbfpnDqNgMhyTA50xu/AE/nxhGg7y/hE5CJOXHZ7lJotq6TXxWcbcY7cudlkAJBeS7dFWcDWIOQP93M2FMxVO+6G2bQ2IqKROzcidG7Dp0U3fLDEubHqiNI/Ya2P5tXF1qcnBehSjU3S1NAmqdRg3vXceUhE7Xbx5cS1p7WfkFE+LZtFlnWoOz/9tet80l2qyJKdY+J9Tj3dU0bXhmtbHDHunbmsUo8D54XQphtQvpI3cDG7s6ivBlS6pzx/y8VC9qWWxLv8cZjteqjFeS0Xlfg7PpvvlwAWfE4DqoIwr0sDZZPuRx99VD7zmc/IL/zCL7gUYQZUFT/72c/KI488IpXG4OCg/Mt/+S8doX/9618v586dc3nB/+Iv/qLidQVUCUUEUvCW2LlzZ/nlJgmzYPlz+bWjPNyQH6zKWAhHovho3JKJy4R8m9ATJBhgxeV8E1uDvPF/CAXEC9KOiBjX4S4NOXHWRo+8N2e0POJeKYPySJnlhJ8it15IL0QEYgupg7zgRo5FeNUajcelrVjX+A63dkgY5dKX1es0lzdu6BAwLKacT9lY9Smra4PWD2lzYm7EfF+JyOg5tejTH+bDpW2KiDfEibGhXMul7LwH2tSSyDUmxAZJhIxArChvYlzSK1bLzolBdWnGkg1xxEUdSzOECCLMmB17YaoQHePB5gPzg5CXuY3TB+bT+sHUOrIKEWoXSQ+rizWx1MDibSF6A7itd2gsOy7buOIT076MePGMzrH1BZdo1gcbGYQTQBydSFpO68UbAUuuI9VRfC9jBQFnMwNCxvVYdOkLY8s1zA3j7n4S+90arZ/ocWxrlo0ArqNvboMI8jqUd2GOi5GZyBdrg/rN/Zk1AjlmU8HcrWkjmyWc56zlxJr3aj30hU0q1gubOc4ThI9uTqXHR2VnY0o3Vxhz1j31+PebS0/Gd1iBEVsbThYfS7L+lSK6ZeewpqYD35cr6jSb66YTW/PhnhXzK6Y1I0ZHJT1wTXYub9LnUC20qRzUkphbjbRrzn9X5xu1Ooc1hEU3pwElIczr0sCc8nS/613vcp/Tp0/L1atXZfXq1bJ5s7fzX2GQiuy5556TQ4cOydq15CCWomJuATWIaQRScu2aVJ7k8mXt4CYJt0CCsIYS/2putBA6cjhDRCB/kAIEx4jXNTdZyB/u1iZiBuGCtCESBRHhxRkCgqURgtZ7US1uvKwCLJgQNK6HEOFaTBtyryoxxlrMizlq2sSAQ9CdAvegyMXTmiKqtUOka52+zD/3WN5dGVJ62+vULZuyiX8mn/flc9oeiCKkiXZhBafPWGMRPqNOh5xaNDnec05drHFX39yt9Z96VS3BAIK3bofGW0Oc2DxgLKmTY7hSb9mrY0hsPC/tEDYIbSotuctnpDfVJB0dKySFNZV5QhAMN3Xcm3fcoWQSF+u4EB1u7hA25gCrIv/HTdxZcSMLu1mv6TObDYwhlmo2AmgPpPfSCT0fN3M2Jw4+pS74uIKbRwDicWyCAFzn2ZB45Tu60UGb+qPc6SiwMw+0HQJPPDGWf+bwrjdpnD3ryvXhrLYH8k/5rAvKgsTb2mAdsSbIqW7WbNYmLvt8zzrEoI3AHuWydiyOPC5GBpnGW+ECYm9G3tvUxZ4NJNzFAePp1tqJvHgb9wEhD5zbd03XO14AXNcSzSmeAZKV3Fi79KaGpYO9D8IlJhXfI7V/cqe79Gd4R4xFbvlb8yJjJj5GnXYsSWSpFCEmwhHw+vBzok8+Ezr0ezZiyhF1KlUMaiaxNQMeBJzLPFt7F1ogKmp7bnxMekfGpKO5UVIQm8UoWlUrYm411C7C/eb0d3W+UatzWENYdHMaUBLCvC4NlC2k5mPLli1yxx13VJVwnzp1Sv76r//axYsb4QbvfOc7q1ZnQAUxg0BKdnhYLly44BQcKybcwsstlmgsvZALyDQWJkSWTFgK8gNxwS3ZruWlGcEuYlmvXVZSAHHgJ2TU5ZCO1KNxb0b5G/B/LLqk9nIEJXLXxXUbEkxfaRPn2QerIHG8vJBDmFCqtrb3XFCyDtm0lFBY0yCMa4iRXZ4/1wTRnBXUXG1TIuORVRRMppWKYti5/e2P9uWzGgPtXIlJD2UiYahnN0QK25El3c1bRJSuQcia9ThkHPReVQvj6LBkm1rkwpqbJMsxNit4kYeYMnZY/FwMfCpZiA5ihlAb5MmEqyDG22/XzQZzA4cQQohRRodgY2FlQ4C0bvxkAwDLNQJsF45pe420Ym1EgI1ND0A/2OBgPbEZcOqQum5DlNl0oN14HkC4127UuQCbb1Iyz4YORLMxmhPqR/kckm6q5hBTNhFsTpwi/tq89doINzHrbqOhUb0H2GSABE8nRkabGTfmx8pyXhzm8j+sZPriyXyIgiP+gyI9p0WWR2nJzN2d9prFHbf2iQnJNjTKhfGMZN2G0sb8Roxb2ze0Pc4Nn/7iDk/+c08ACQswYQ9s5sQJt4kslSrExLyjN2B9MfD7nY/o9+WKOpVyXSlia8Ct3eu60eb3eSEFory2s0d0oX/Y/Vy0olW1IOZWY+3i7+mc/q7ON2p1DmsIi25OA0pCmNelgZIt3RMTE2Upkpd7XRzf/OY33aLErf073/mO9PT0uHjuXbt2Fb0GFXU+hr6+vsk28QHsFOLWQdnsNBmKHecY3xU7buX6x0H8AVnsOGNFuf5xa0ux46W2fUH7dOOqZC3WNzLCpVMp7dPYmEzwfTbrPpxfVp8gJJtuFhm8LumJcUmNDkl2zRZnCHREanRI0o1Nklq1QSawKGI15W/42Kikl3WJbLpJss7q16Dx05S9607n0pZFvAtLIeRz+UrJpDOSu3xaspA2FMTHRiWVaZD0+JDkUg2SvXn7pFt66vQrrq/ZhhbJMTYQuLFxSfVdk/T2vZKVtORwcXbW7c2SSqclPTEm2dOvSg4iummXKyedy0oqOyHZU69K7qa7lUiePSLpjnWSWrNF54kNBAjVQL+kN+12pC374rc0jRf9yqQl7eKwr0oWC/f936eu2CtWS4b6OtdIdvPeKBZ3SFLNrZIe7JPc+h2ShYSRQq11maT2PiDpGz2SXb5GcqdeUQvy3gckNc4Yt0r28hnJNbXKxLbbJDvaIFnplwxzffm05HCvh3wPXJf04f2S6trsXvZzTohOlb/ThNHncjJx5AWRLbeIbG9wRDbt3KxvSBYi+tC7RAYHRNraJH2jX+Tw85LFpRuyh7V2RZdkWBfrd0qWBXfiFWcxpj7c3nONzZKFCBGLu/MOSa3ZKum25ZI9/IyOO+2cmJDUxVOS7r5bstmc5Jw4WJvI4eckdfRlSaczkm1skRwWGKz/qbSkb1yTlKQkOz4uOeYIwrlqo6TbV0pqqE8mIORYYNkcaGiWNBsyY8OS5SfkGIvx8pXaV8bMWcVJW7fJzXlmYlzvG+YI1e7mVmedTI8NS25sRLLkDHfCbi2SyjS58rOsV8qBuA/2SyqTkXRHl2QzDZIjvhs38us9ktp2q6Q710l2bERyhACwXhua3JpJjY9JdvVGmVi+SrLXhmRi9TLXRveMYBMBMskGR9cmSeM1ApljzVnaruY2SUPAuZ9Y62AQYjommaZmybV1StbCBLi321ZIeuu+6NmBm32jEwpMNTe73eLJZ4Gzyq6U1OVTkh4Zkmxzq+TYMGONMX/cx8s63brOeaJO6WWrXFnTPvdiz5TJtvPyH6m3p6MNDUdY/efe2q2Sa2mXLJt9bGo0NEkqN5F/7tn52TFJUc7qDfP7LPfaPpGlPTn3U++/MbfBlSUcYjH9fWpdLmmeFwPXCtaMC2GKrl2Qv7ltKyQXrSPWn/s7tGyVW+85r/2Vfo+gHL7jZ03N03R9YsNsyy2SZYPVBNjaOiXT2lrba28e3/dsTuupT/U4T7Ptkz+v9dKnepynXJE+VZR0Q3D/v//v/5P3v//90pAUqxbD+Pi4fPKTn3TX4A4+V1y6dEmam5vlR37kR+Ts2bOyZs0a+frXvy4/+IM/KP/lv/yXRDeb3//935ff/u3fnnL86NGjsmyZvgjiorNhwwYnAofLjqGrq8t9qGtgIJ8SB8G4zs5OOXHiREHKNKz8lEnZ/uDv2LHDjRfibz4QgWOMjh8/XjB5xMRTH3kYDYhmEMND+9jhNLS3tzsvA1z72YQw1GSfbtyQM1fyyt5NDRnZubLduTQ6C8vAGbk6PObi9Ldt21aZPqVScuLGqIxi7UVUaTglm9MtskzG5GjLesmm2kVS4yLpUdkx1CsNE+NyeDitlkjUmelTw6iMZ7NyXCBGdKhZ0tllsnuiVwZGx+VMwxqRPn25axoZk52Dl6U31SwXBLdchLJGpD3bLFuy/XI13S49OeKqV4k0i3SkWmRDKi0XU+3S27ZRGz7RKl1rN0nX2ZfkbPNqGUCZPEtqszWyvu+sdI5clxOdO2X0OrG4WBHXyebhHlk2NixH2zZJdhifX0iByA740sSYHO7YKuI8yzWdUvfVwzLe2yPHV+8R6Ucsrk3SQynZ3X9FBoaH5Uz7ZpHMcpGGQWkan5CdDQ3S29guF+hn42pXTPu1Xtly5iW5uulW6UmR53xMpKVJOtpWyIahHrk4NC69EI6+YbmabpOrV67IuhsX5GzndhkYbxUZg2Uvk/VNy6VzdFhOjDXI6ATx0zt07U1kZVkqJUeb1kj2WjSvK7pkR25IGq6clcOZlepFkGNeh6T74gEZT2XkOGMFmV25y21S7L52RAayaTnDXC/fqmsv2yo7J8alt2mFXEDZGvSOSfuqbbJl4LxcHU9LTzNujLgli3SMDsmGQ0/LxZYu6d1E3PagyHBOulo6pGu8X86u2CIDuWUiXSrquD6bkc6JMTnRvFZGcTtH92ysWTZnJmSZ5OToRKtk+xmvdjeWO1pz0tDUKocZQ4flIv3j0t0kuvZ6R0RG1Zsi3Tciu9etkoErl+VML+NCOqIb0tTcLDvb0tKbTTsrtBuXiZS0N3bIlsy49oly0Htr3Sgd4wOyYXxMLuZapBcKm9Z4/a6RrHR1rJSzN0ZkIJtyxVP3+pa0dKbTcuLGmAyPD8nV0awcuT4iWzszsqypQY5e6XebEsL6Gx6XHStXSEM6LYe55/E2ASN90n1nsWfEVn1GeMcnn3vpFrlwLRKpk95pnnvrZcNNG+Ti+fPSex4RwMuFz4jLlwufEZlW6Wxunttzb6BPutuiebJ16vqUkt2rl8tALiNnrhFP3+c8DuLPPUN79pJsWb1hfp/lA32yoyXr5unI1RtydWjU/cTRpXv1chkfGpLjlw4vzr9PHWu8eeqtwb+5K6SzqUlOHDtW1fcIPARp65EjR6SlpaX25qlYn0Tk+OV8nel0/+JZe/PwvmdzShn10qd6nKfZ9Il3X39e66FP9ThPZ4v06eTJk1IKUjmfsk+D3/md35E/+IM/cAMD0UUojbRhVEhn2aGgkU8//bR87Wtfk7/5m79xwme/+Iu/KL/xG78hc8Wf/dmfyYc+9CEn3PbRj37UHXv++eddarL/8T/+h3zgAx8oydJtg7xiheZRDjs187T7dPWCZMmXnWTpzolkuzbJucFx2bRpk7vJKrL7dP2SZC+enAyBJY4yffx5zQ7Gv7jAsj6G+rA1i+y531ktnQvuq09pObg5NzY56+cktuyRDB7Ypw5KlnKIa25olFR2XNLXLzmjZJZYZXbsx4Yl9eqTaplr7VCr+4kXte2Uv+M2Z4XNmVL5jtsltWGHpE8ekOxzj0mOgVq/y6XtSo+PqIi6pCT35n+uFoBnv+zanmpukwksalgcsTxTNvnAseY++//ybV+zRdJY/S+fkSwW7wfepTm1V2+UzKkD2vZ9rxNp1hRRKcm5tud23OGs1/LcV7XtG3ZK+uIJyW7YJTlSm4Hb3yiptuWSHh5wVnSsxdnte+VcerlsOvA1achNuDpzN92lyui9l9V6/+C7JTs6LDlco6OxSW+/TVKZlEyczz9UGZs0VuLzR3TcsXDi8p0TSZ96Sdfext1qHYnmL0MM8vZ9zupsivGpva+R9LmjkmtqkWx/9FB98J2SWrlW0j3nJPvc13SeUFDn/KsX3Bi7cb/jEY3N/vqndGyamrVP224VeUXVytPb9qoV6+IJLQfsulPSo0NuTbq1R/x05BINyXFtJyYdEBPtH8caT6w8WLdNMo1Nkuu/JlnvmLN0Z8cld/4E8nZqcW5pl9TFk6pBxx4Hx7B0H39B196GHa7sHK7hWGLp692PSrqpSbLnvbZ3dLk1kOrrceVMrNsq5wbGZePyVmlIp/QZgSp+Utv9vy5rt0g6GtO6ee5dvyTpSI9giqU7nZLcmi1qLSaF3aXTU557k21kbObb0u21fTybk3P9Q25OaZ+bv7VbF5+lexFaR6rZJ15MeZnfuHGjO1YPfarHeZpNn5hTXvyZU2vHYu9TPc7TbPsUn9d66FM9zlO2SNuvX78uK1eudETd+OWcLN0QZ6zMH//4x11u7o997GOTDWlra3ME2xpCzPUP//APy0//9E87Ul4JmBv5e9/73sljxJHfdNNN8swzzySSbizjfOJgYuIu7zaJccz2eDFX+tkcZ0xnc7xSba9qn5atkgxiTy4+FHVnVfdNNbZIhn51rJFta5oq2/b2lZJu8ERZIDlRPt0Mbq+4hrucxn3q2t3SLhliq02IDNEqxKsamyTDtcTo8h1vzpkGSXWskYxTKI/EoCgPF9K2Dsng4kyMLEJYzcuc+256bDBSQW/X3MHED0NoiBN3LIifKZGTB9RN8qY7NQadVE1OIRorbk7SxNCisg2RxFWdtjU2S8YpZK+I0n1d0jIzackQMwyhdbGyzVG/MWZ3qWq3c/dGJCwrqdERyXDPmBp7pBTuuty5WjcqXOorFLybJY1VGSEt4n3pD2JuLcskjbs54eATE7It26vq6cODknZq0pEYmil340YMeeYa4uGJJ3a7C1nJOPGxRi17BcrpiFB1SYb28UFQjn7gUs35eOGwFlavVQsrmyET45IxhW6n5r7cqYjjOp9howI44beUzgdxwJBQ+gZoI272bqyXq2Deppui+HGRNPoAo+RWX6WiaCiauwc0MfWsmWW6Bl2sd5uOL/PHfUB7EXvjHmAcATHmXoxwhvY6kTfE+8acFkBK0tEabtQP49fUon1iDpzyfnOkazDowhVUFX+Zxsu79cYf9kyUjg2xQJT9cYUe0Hnlcc7atDjyG1clnc1JevCGbHOp2aJY+rblxdtuDkj2N4owigbup6kK2amxMckkZDaoyedeXK28oVEyiNMx9qxRnh88I3jucT7j442N65ONDfMYjd+89MnaTggA93FjszSODsq2Vq7hORZle7C2z/XvE/dAkYwVFevTHI/X5d/cVEoaGxud51g99ake52k2xzFKxOd0sfepHudptm2c7bwuhj7V4zylZ3m8bEu3j7GxMRdXTZw17kswfMzrLJjXve51cv/997uHfSUxPDzsTP6QfdKGgf7+fmcZ/b3f+z35qZ/6qRnLwNKN68BMOxEBVQIEErXnyKrmgGV2970uVhQPhFWrVpW8eEtCXFkYcoJl1lcVdoJQG1T0yglUpTW1E5sEWIP5HUJydH+Ubilyl4XMEs+NEjHXTapFX1JlaMc6m0RueUDk2PMuhtkR2bXbRc4cUbJO2yCVr/l+kTOviBx9Qcke9RBPDrn7x0/lczJv2qOxzMef1Tp33CXy3S+osjqgvbvvURGuZ7+qZGffa0WOv6zK25fOaDv33Ks5u5/8opZN+rE736gv4Sdf1k0ECCrxxd136zlulzCl4/TiNyLRtgaR+75X63GKzARjE5NM3PqoZJ/9ilxdtk5Wbdsp6auXRFZ0ipw4oPOBSvie+0QOfEcV2wHEeP32fE5yYnPPvKobC8SrAzYQIMLk4mYjxCmHv1mF6VAMh8wsg+Rc0nRqJ7H8p0Rue73IwFWRw/vzedSJl7/9EZ0LA67AKKyzacJ4En9NuYihQUDpH5s3p1/RshzzbhC593t1bZg4HGQKazQK6KRAY2zZVCDO25H6XME9MJnzOUnln75BWtiQsOuoE/LOuuKYI0oroxjIFcXXu1PeH9U+mggbRIh1yppnXlnHKNJjfWezAaDoPtgr2Z4zclVaZFVuSOMvETJjnRZrO5tBkHnbxPCFkUwhOzGzQeycWkG8rfTv4HejZ0B0jhuXR3R9FbtuIfpY5HmYbWqXq9m0rMpkdWPMX4+VrK+W57UOgVWmKn9XAxYMYU7rE2FeFzdK5Zdlke6Fwl/+5V/Kz/7sz8rP/dzPuZjuT3ziE3Lt2jV56qmnZPnyyBozDQLpXkBgXTn1sloCcW82wTKsgM0tMrHpZjl88qSL1aiE8N6Uuj0BJWdtsRRY/O7SGg1MbRcWQL7nGOrekYiXs1BiscbKh/URC6dTtm5Q9W1UsSEYvIRjQcVFGsVrSBtloGaN0Bcq05BrFM8hcNyJEEuup25ySUPYSHUVWQiddQqhtLseVZL15D8oEUPB2/JY86KLsBeEFkKGS7Gz0Ed+/RC1qxdV/ZsUY0O9av1E1Z3v1m1xQmwyjus2F+VUMRziffg5kQ1b1RqGtRNyh8I7HgIQDMqHyJ04qPPa3imHx5qkO9XvPBpcqipe6rHqQyQhwQi+uXzd5HRuU2ssonX09dp5bTuPKZeGakTTjdEmCHr/dVXPZnyw6uJeDqF2+b3pc04tzwiLsenD3EGIIL24qvN/5njX3eoTzf8ZO5d667gSKiyU9JP2W9o58oqzIQAhRZ2eup0g2YDI+pu0fKdG36jjm4pymzOn9BvSEXlM2D0gW/flrb/+mmXiEEyDDFv+bea774puENB/5t7KYnzxsKCd1y5qP8nTPXndVb0PLZ83x5xq9YRI18Z8Tm2It8v3vk6JOpsXY0Mykc3K4YGcdLennAu1uwfY9ECQrljbIflx0F76DHg2FEsT5I9LrTzHrK34iB95RseaMWJThjFxIo0tIne9JT8uSc8i1tp89S3edp49rPHhQZkYH5PDjWuku7NZPSvi67ES9dXyvNYpcNckHrIqf1cDFgRhTusTYV4XN0rll3PK0z3f+Ff/6l85d/L/9b/+lwvE/6f/9J86N3bc2wNqHLxoOvXfhqkWDo6j6lotOLfqdYXHHGHGHfaiplBKapcRDgARARCaOCBum3crGbx6bmrfIPh8iLbFcuisoxEgbbz8RrGwjmxzLtdR1tWzSoKx6tIew833K6HBCgwg5GZhpk98tt2i1xzS+GaHbfuUSFqMOvmhecmG1Lr6RNNnQdIow4D6Oe0idprPhptcnLkjnucjqzRprbbvEzn2osiRp/UYFvflO0QO/N+8VfWWBzU12rlj+jtl+WNPjnPc1VevzwcHG4hXhzwDvA9oM2U5zwIVW3Mkkzzfk32+Vcfh8sn8fFl9kEE+qHczh4amNepKzxhATn1gIbYxxtMBzwZILxsPbkwjUTyL07dxhtSSv9nqJX2Uv064R2yd+muWeoy0QuL5QPIs13Mq2vgxcK5zW49c7S293eR10b2GqzztcjHjKjrmPAfYuHFtGtPr+Z26cOUHLpMcLu0QzahO5qFt9/Rtj8P6bP+f7pz4/bvQzzEDGyg27wDvEDwQWOtsvPjjUuxZtFBtd2E+I14YSVo9HrjnKjHu8fpqeV4DAgICAgKqjEVFusHDDz/sPgGLDJYnuNzva7lddg5W3Dj8l07OM/JuwHrp12FCEn7uZS/V2iR8F313fuRe7LvwYpmOt99ZamNt4qW74GV8LHIll8IX9IK22/feefY9506ehoJXrCxIGKTN/x1rqw/KslzW8eOTfY7KxcLs9xnyEO9zQf1jyfWVOv9JbfD7iIt53JWTeY2Peyl1FT3XKyuJ2BQtK+G6gnbh6RELDUpat3HMZvxm832p58wX4m2xsA9/niHdhpnGbUHbHls3U+7Tsfp85gcEBAQEBCwAFh3pDlikwJVyGqC+jGtGUuq3eWkXL6Bx93LLg8zLYc95dePlJdoXS8KaCAHG+sp1kSK1I8AQV9JaYT0iRnzVOnXbxHqOZdpcnLHqYkF3ZBAX61YlhcQNb9ipKtr3vU1d2nFRvng8Em1rUcs5x7HGuljcFhVug8g6qxVunLeoBR2LHEQWaxwWdtqP+zvHiQUGl45rG8bSGuftrM1YTBu0HTvvVOsmbu98KIN6uIZ+XTihbvR7H3Du66mujdKRbpLU5ptFWltFUMrGhd657Y/p/3Fxh6gT98t4YA3GJR4rKTHGxGfjCcHYY5HDSs3YMd5uDiNBMRrGWDAO/CR+Gqss44mFsXOdWmwhxLjSM1a4skM2KBuXcdpAfD9rgdzsjA1t4FpnNdZczc4Nn7EkdzbzxHxwrrOMt0bCepEw3li0sWHttZhqxorr8Lrg/Cvn1OsCt3j0AmiXCXXRb2Du5Vgj6RdeC1griR23dctaYHy4NsoV78q3sTJYe/x20V4nDEZedBMIbNSxisD0d2Scfnwe3veJ99dM918x0Fe7vzwRrikocNsucl7SOWCm6wZvqMXaKeWj09CoY8QaYXxM28BpOETz5PQdWnQOZ2r7fCE+1t5acHPa3OCaPatxL6U+1q6t2/i6muvcBEwL/p4uyN/VgKohzGl9Iszr0kAg3QHzA2IXM56SuI9Mg6SXr5YNC/FCRbvGjqholm/dhWhBEHG15pUUskbsJvHBzoiJaFVEpvk09CrpcpbCjMZd88INEcXFGjGrMwfVHdm9iJ9WssVPyBtu4c7N/oYSTirZebvG7b70TRU3g+Di8nzr60QOP6suxRDfs4dFzkTK8GwGbNsr0rDCpYZy8caQM0gDdUAkIZCIJF3vEXn1SXUvdrHU7SK77smTbNoKEcXVnPhpSAebCJDqZ76sGxKoht/yWiWbJ76cF83asENk7WZJH39JNriNgGaRS1eU5CP6hkUeV3dSh9F+c53HPXznbSKvfltkZFQJ4cEndZMAt2jmi5dwiHrPOXXthgRBNiE9kGnIAjHTh57RuHNe2J0KepNuIuD2ffWCEqN1W1X9nP6a1RIywByceFnr5X31yH4da+YTEs1YEktPajLaACDgO25TjwfILvH/1lbqdkSsVck1RMTE3IDFjLPO2CiA4N/8Gt18YU0RH47ugLURgkw8Nxs2jpgP6vVY2VFtp62AEADGhzAA+gHhYWODut2YETKxTEk7rtJ9kXI94Dxi6xlzNhZYIyODju9vaPA8Kji+amNZ97373v0/4RzuJ9YmmwjmSp85O1WEK1GsK3ZeosDb4TwxLnZdXPwRSzbzymYYhBBtAsrkGGuXeWYCTYiOdWIW3aS2zyfic2FrYWxE0pm0bFjZqWuo1HEvpb7UmUgbwfMI8NdVsblJndbnje+RstDjtwiBeBoCtAH1gzCn9Ykwr0sDQc4yYH4AoeaFyaxqMSXbbEODnD9/fkrevflpW0uhSy0u0ShfuxfSUbXK8ILNi/f1SNEcyy5EFoE1s0LyEstLK6JeZvGGrKBcDfmFFEMyV25QYo6gFechtLbrdlXthlgBLJ2IrUHoIakQGyxr/P+lx1XFnBd+6oQImKWRtF6IkjGOkE2LQaftEHheWGk/GwpOJT2aD2c5bsoLndEuFMTpPyTbxQk3al/YAEBwC6zfKnLiJZELR/MK2cR2Q/YuHJfsyrVyvmWVZMexJg8pgaetkHjis9ncsLFnfM4fVYK7Yp2OsWvbkJZnabawuGOttxdy1MJZW1v2qpWcDQXKRqSNMYBgIrjmUqn15K36WLkZE9o1qQjeKPLyE7rZYHH/EGXGgc0ByBXjQ5vYzLB4XsomrReE2omqjapAHNca6eInYwQBnhTiIs67R8s3az0Emw2NA9/WRzTlsVZYbwWu81kl3i7lV7SO2UywvmBVZJzpP+PHOqU+CE/XlkKrN+Uyrr47NNfZ74iBoWjd3OZuj/PjGc0zzbpEsM8XC5vFfa8xzgnnsNEAGSPu3az0rk3jStCwjAJ+xglb/LykcyifjTa0AOz+jV/HBlg82wLgd7cJ1pGfZ/5vllvmwZTfLT4+qe3zjfg4M66sRea0c52cHxqXLBtKpYx7qWD9+JtL8XWVNDfMB/PC/MTDIRZy/BYh+Hu6YH9XA6qCMKf1iTCvSwPB0h0wf4DwoViboN6bm5hwqn/keJ9X0BYsXbyMmgskBAgxr77LalmG1ELCIXqQkygHr7N4kp8ZCyFEE1JsebKxcJHnm5dxCCBEzXJUY/XGwuosr5v0ZRIFcMp96N1KpLCwY+E+/qKSLupzxDet1uq9r1XC89SXRDbuVAsrYmDLVomceFHk9CGRW14jMrFC05VhhYPQbdmtJBfrMT+33KwEDzEycqdDznbdIbI8p5sHWKapl7YisuUUxREd26NEEEv38ZfUMguRYyxxGYf8ZRokt/lm6Z1olbWXXs4rkrO5wIYGL9a82DPGbEJQD4Tm3FGRzXu1fUef0e8dWd2mY8X3bArc/vqoDavVYwDLN6mrOB8rN2sLUoRbKvMGwYcEQR6pF1JNWacO6jm4/mNNh4gDJ3SGWN1hrQMCzRwxlj1ndJ44x0ISWNOMJaSX8mj/ba/TjQxEyyiLlG3L0iI51lU0nhB4CD152RljIzuQeKzphBRgpXbutXnrpIxH6vq0x2L63WYKom439H6zceN3+s7cmIVxMs80GyEonI9oH/0QC4i5CV6xmdHeKbmeM9J79qKs3bRO084VI9wl3PdFz7E2+cQvSYSrFLEu+78P5xqeFcmO6H3vb7rZdVh544TbkUV0CqINB8aXMUJokLlinpkf7n+fcCe1fSGQNBdb90puqF96T5yWtaiuch/MNO6lgHPZGLP1l7SurFwfJvAGbB2X24YlDpLTLMjf1YCqIcxpfSLM69JA2aT7zBlPHTgBzc3NsnLlSpfwPSCgJtR7k2BWSF4yTeEZyylEGkC4LRzO3G6dJdE+npiSvTzysk3895pNSgZNIZsXXK6F2B2/nreE8zvWYoDVECXphrtETh7QYy7uOOe5v0OuRtViBMHC+j2MK2aDWmIvntLTsJrTJkikEcnlndoO0mAByD3k2oel1TKBNQgrZH9wKP8yzMaEizkezY8hhITjkDfrM2nHUq1KXtjIcNdCDKMyDLxYO5f+yAIGWaZu6jAVdc5xMdaorJ9TIoxKOda6A0/oObS5rTOv0O2GK7JkMqdObfpG/nvcqq1NkA1fGIs1Qd9pg6l7457OfECwzCoHEXbx04O6+QBxNtV71+4OjRPHA4Hx8DkGmwY2N/Q3ScDOLPr0DULHRoiL4SbXd1bXBmuO9TkpLudVYsr8qNT77bL7EBdqCGaSgn9c8AqCTbgEXJSfpaYhKuW+98+xNhWD7z0wHYp9X6543CQZzek5zK1+kZ/nmdq10AJiSXPB+mnv1Y0El2e+Am23c0tZV5UQCQwICAgICKhhlM2It2zZMuM5EO+HHnpIfuu3fkte//rXl1tVQED1kCTkRFy0AVJBjuX4NViG4+f77rG22URsp8HlZc4klJUgbgUB9K/zXWBduTFrlLXHJw9OyCvWN/qCC3W8Ph+QyqTUaPGy48fMVd0fm0yzSC7Wdq5pSmiDXxaW9SkuydGmiMHcz/2NvZjol7YrFkUDcY0ft2P+3Lsxjw2gszR75VsZBWUliIoltcuOT/avIaGtLdOLn7kyPEG5+HnF6irleKnfVwOltqnctieNXynz5d+H8VRypbSn1HMWCpVcC+WWVe46DggICAgIqEfS/cd//Mfyla98RY4cOSLf933f59yXLl26JF/4whdcLm1INtbwz33uc/LmN7/ZnfuGN7yhsq0PqCvlxq6uruqorMaVcXlpw3KJJQsFcCyhfqotXIhxgeSFzwlgZdSFF6sLpMipPGe0LF68icEl1pmXdIgnlkmEuIjjxiqJ6BKu6FiTuH7nXZFFEgXfjLqk4/KMVZN6cUmHBG6/VduFhRILKMJmWGqdBThKQUXcKLHOWH2JTcZtt/tetUhi1cT6+eC7IiX2K5FyeLPIzjuUtNIviARklnhrLO+4zGIlb12hVlQsX1itaQeu4Sb0hTWc+dqwSy3TxBZj5WVMcTseH5VUY4t0jY1ICiJP+yZdbtMines1T7RThR/S+HXawzi2U9Zakfu+V6SpPXLzzakoWUcUt85YcT4/cXdno4D4c37ibo+FHNdu5sTcsxkvNkKImad/m7PqHYCFD/d82sl3zpqGd8GEto/f6R/z4vq+SkXanNcB6wjV+TaRdbt03VA3ecSx8LEJERMjmwT1cdxCCJzo2wqR7Fh0/UpVKm9s13h92oEuAOVg4b9+pVCx3ZF01OeHVQmdsaQMZ8mM3MqLCWwx13GVaebXv250VFI3rkpXQ05SWNspezq1b1ODp19xJWrWVPw8c1UvVYCt1LZzzshw3s2ZNc86Ztx9dXe//KT5YjwJG+Fe4GPxypRnSvM8M+hjUn5y6swusKJ5glJ4qqFBn7/ty9QLppS1MBPKFdFLEvtLuq7SqEMF9ar+XQ1YEIQ5rU+EeV0aSOUIJCgDf/u3fyuPP/64/Mmf/EnBA53ifuInfsIR7A9+8IMyPj4u73//+11c0Ve/+lVZSPT19bn0GbRlBbFrAfWPuDIuRIF43I61SjJZ/rzwuzRefgqbYRX04gXUKXnfpHG3kAKzgEJg+T/nQTYh4ztuVQJLHLVLL9WsscenDmgsN2Rz7RZ9wdu4Q2T/Y0rAOQcS+8xXRSaIrV0u8uYPiLzwdY3rBrRv3U6R17xd5Mt/o8SMc158XF3RKYe6736Lvt0/8xU9hrI05KH7LpFv/m/97o0f0P4cfS5POLbdInLzgyIHv63jAnE9+JSSS3PxJu54xx0i3/58FAvbLHLXIyJ9l0Re/GaUPimjCusQaoSoGAcEvdgw2NitAmdY/Lfdqm7huMeLKXY/oARx/9e0DXvv1zjotjaR068qYYHk3/mIyGOfFBkb0DY8/G4VP7t4TMcA5e+TB3nCadspCzV4iOpzj0X5vFOqoE5qMdKwOddu5jV6qX/hcf3JnCJ21oWg3Ji2E/EsYvUhtownawQVd9YXRNIeq2wKkO4NRfkkNWxAvawd1ohzF4eMt4vc8Uje6kfTnv1/+bAAwJje/T2Fcpic9+LXNR7cEG9DEpLaxZphM4hY7qR7yRdEK6b2DdigQnfAB+PIvLDZMpf6Sm170jnuvl8/1bJaSn/QDpjM0S4iV87mY+iBU/GPKaObsr+/wZfUn2qi3DmMj2cl60tUL08nqJdXcawS1e0T5nC+5ysgICAgoOZRKr8sm3Tv2bNHvva1r8mmTYgNFeL06dPy6KOPysGDkAyRAwcOyAMPPOAas5AIpLu2lRvPnj3r1hOpEyoCiO2pl/MvUlihIMPE7/LyiwK3xWnzsrzrbrUqIst89Fl96XM5i5tF+i+rhRSyaKmBUDDmBZoXMKzBWEEgkFzHS3k/KbLWqyI37uJY8iBYpJiCdFAWlltw6bRadiC0pnx85Dm12mINxQrr1KcRcZrQPNi87b/ypNZHSi5eEhE2oz7YFyJtxMXycfGnK0W279M49TOHIkK+XvuIZYkXT4j05m49/8QratWBPGNtpl7KcoT5tiglUiRGNpETWdmlVmMsVfycyEp22x45e+W6bGrKStpZN8ejuOjlqsJOefTbEfN1qgaPhZCNCcgz7aQsvAFWb45SZ5Eqa4XIvodUNI5z2dDAqs1csAEyOiayDvXoaPxoE+MOSWb+sHg6a9q4egqgBj9EDu8GJc2sD2edH9FNB8aeeHJniW8V6Tkl0oAluiOfWu7wfpH+HrXYGzmnPNr+un+SJ/O+JZiNFM6lj3hHuBhuLP0duoHBCz5P6Mc/rePtvBwi0TQIAJtHlI01nbWBsN54pMbOWnOeGaQqaxN53XvzbUi6T3xLsAlesW4R3gLRvZTN5eRs35BsWtEqaWsH5zBv+79SSNZYa7Sb+d5zv8417Tz8jJ7PnPukhvm66y15i3eB9TFBgG02bU+y3jKvTmQwl1x+fL4gYWximeWeub9wTJ8RcTd15g2S6ja1Uiqyl2T9tvGrtgU1/jz0kE1l5GzjStm0YYOkz7wy/XjOtp0zzWGxc8BM11VrXFgjl0/qM4h7MO4JMR/zVat/VwMWFGFO6xNhXhc3SuWXZbuXnzhxQjJFRHQQT+N7w9atUc7YgIAiYO9nYGDA/awY4srGuCSbEJifJgpAqCC2m3cr0bNUUFhacEG9OpoX/oK8DvaodRQ4d3VUq1OqyA0gfJBZ3K55YQemeo5F0+DUokcjoiyRCvJVJW7nDukxLLuQU17aDVv36ovh4af1d8iLuUlbuyAHLjVSJHpIOi02AyBFZ6Oysag6l9n+/HVbbxHJjalIGUAtHas37vIIwwEUibFIkxcbqxjAio36eXskisa8rtsiA6Njkhu6lhcj27xLyQ/WwTjsGO7pTQ15wTJc49m0YGPAKYxfFdl7n7qNQ+zYtHBjTB71RpGBSyLHomvveJPIeJ/I6Vf09/RadUPHhZ52UAcWcZf7+2xe2MyFBYzoeiiI187l61u3Q8cQJXP6DtrHPa8JhPOi8AMjvBDKtt36f6y9bARwPpsbcbD2yPkOmXckPvaiz/HrF0Ruvl+9Ftg48GFkgbXrtyHpPkkSvEpQAHdagKPjevukSlD75kS8HFhjrDX+b6J6rH3TAgBcz/1i4zOTANss216gC8DY8HGp1aapw58vH7SL+TPrdhyMDXPGWuO8JMLtt7PaApPTKL3nJsZlYOCK5Fa0zDyes23nbEX0Co7Pg+hm0riUom5fS4Kg8/l3NWBBEea0PhHmdWmg7K3P7u5u+Q//4T8kfvfRj37UfW/A0n3rrbeWW1VAQHmIq9zGf4+/aE3mjh2e/ry4srFZ6nD3NpB+K34t1xHb7QPrsa9YDQlx58ZUtOMpfLBE+eckqVY7NeyEMYi3yZ07VtgG25zw21DgKhv13z/P3Gb987AExoFF2jY1Ctrmt31s6nxhwfbLZgzcdR6ZgYBzng8Ipz/u1ld/TK2dfp2MU9LcJ5XlK7HH67c+J6EU9e2ksSooe2D6OirRhlLOmVbt2x/jkcL5iiOpnOnqnen7chXOK1X/bM6rJmaqg+dQLbRzvpHUp7jVu5RrAgICAgICpkHZlu7f/M3flA984APyzW9+s0BI7e///u/lqaeekk9+8pOT5/7n//yf5UMf+lC5VQUsRSSJMc2UDzjupoil2VxJJ9W8U+rqigXKlMOJHwQQOuIZ+eny75InGJI6oZZXrAVYM7H4cg0u5sQDr1qnFmZivHlZ6zmvFr3hSFzLXIidUFZDJEjUqe7NLscyabEuaZtw40xFPxFhw7KKkBeWFsrH3Ryiaym9EDYbGlQrOuNk6trOJbRNLTa4IHM9ZJCUYePL1YoFUaRtw5F7OWVCIp0reRQLbGnDnLAcFmRcu9v0esaBc3CFx0JMuy0+Gevltj3a9rF+kZYmJeWcRz+pz6Uia87npm70BKiol49zkcZkiIK7N1e4fmPVZkz44MaLpZ9rmCd+IkiGm/2kkjyiYuSp7tT+0V9cZs2FFqs9ZeKWj1WW+pwL9zqRtZGbMO7IrA1ius9HngGMCXmZCzwnovRh9MfNa1vy2nZtbVTrr0spFgk2YZHGk4D5KWZJBYwPY8m6pa3mUp4Evw3T3Sdx+FoH9B+PELchQVtbI2vxLNS+49kB4vDLSRK38t16K6G2PRc17GqrrFcSM9Vhz8S5lLEYkdSnUtTtAwICAgIC5oN0I46GgNqv/MqvOAJu2LVrlyPc73vf+yaP/af/9J9k9erV5VYVsARAvNn69es17qxcIZ+4GA4v/LhUm8AR5AwyhTuvIxuDarWEfEG2IE9GQjhvtEfLo00QTH5uuVkJE9cgsIXL8tH9Whb1QOoQ7ML9mPMcaVqWJ0JOVOomdRmGbOJWDql3JLpBidzZV0V23yfStUmVqhEQg2jj/gwxYwxwecbabLHHXEe7IZpsAtCvK+fzMdi4ZOPmev6UyNigkjpnRb2hImEmGISiOGJk/B/Sh6s1yuiWQxsxMYgdLueMI2MK6SIWHTE1F7ObFbntIedqn375cVk/PC7p4WtKwBFKI76Yc4iDRuzM5tmR8RadCwzanEP5uNUzrm4dEIe7SpW9GeOD39V86BNZFcXCvd+pyrepKzwx14jMURaq5JdORMQ/pcSbMYHIM8bEbjvXWkjvKp1bNkhYOwe/o2rW/dejeOAmkR23q8s844niPJs5rBvqMk8A+ta1RWTtNv09vraZe+LUaRttN68HiDTCdsSxrk/r5oYfXuCuHdd1Q73Mj222UDd98MF51oaZ7pNiatGpM+669OiIrM+mJX3xihLpddtnp/bNBhHnus2Vpqkx3YRFJLXTtedsoZBVuQrZSeeUg9mqrFejDRVoa7qhQdZv3iLpZStUrG8h2znfSBoXntlocrAhVkzdfrH9XQ2oC4Q5rU+EeV0amNOTGGJNyrBTp07J/v373U9+9wk3CIQ7YCawgdPZ2Skp4mzjhBvwO8exEiYBi1j8BZ0XJayWvLxjyYOcQnKwLkJiIKakzeIlE0LJ94Yr57Q8J2gVKUpTDmSZeGvIH+QNMmzuxM71OErVtCJ6KYMYIl62YYdaYollhYhA6iBjPef0OkgbZVIHwOqKhRUCCnGHqCC0xcsT9UPUINWWFgxi7K67rrHVpNByStdR2ivq2xTFXCNWBvGHeNvLJMQHYovlfph46wtKSJ11vVX7yQsomwbUyWYAgJR3IoYVpawCbApcveiIVar3qnSOXJcU88Lcmvq2i3WNhM4MtIuxom2j0blsbEDqiJFn44A2QN5QYkdoDjCuLd4GAeMF+aVsxrgXctiipJXNE3ODx2oKMed7A5sY1Is4nBFp5pyxJo4cEu/c1UeVqNN3cPWsbgrRdt/dnXV2831KMlm7U5TLx3Uj5cQB3fCYvCHSkWv0qEjnGlUfd4Jfdl1W1+Y935Mn+Lht73tdRBI8Ist5qL0z36XcJ3GlZrMsc49MjLl9iM5M1v10JNrcwfFEYQz8OWXDBwG87nu89FopkV13iKzdOpVw77lPy0lqJ+B3jvO9m68mbeOUnO5e20s5p1yUWnY121CBtqY27JTONWskhSDjQrdzvpE0Lmys8exAsyFOuBfROEz+XQ0pw+oGYU7rE2FelwbKVi9fjAjq5bWt3Ij43vaGMUkfeab4ibzUI3YWhwlSJQFLHoSalydzwzVFb176IUFYFnHVhtRBps8d0e+xQCLuBaHjO86/+bVa7tNfUhEtrMvOVbtJRbkgGne9WUkaFlFeeMxqSxuc+NJytaSQHsxZbU+qm/imXUr4Ia6oYW/YpqJlkC/aAMGGECJshuAa5BeiDIm5dlmJFQrqrW1K0qgb6yxEhw0AXNYhzjcgou2a+5tycPnFCnyjT9OCmeo5BJ/xoe2M0dmj6u6L6rmNn8tv3aF5xbEW07cD33Z9zWYa5ETDStk+dkXSjDubDqS5Avu/qsrjlAvZY6wslVfXVt0gYSMC0on7vbNCNyp5ZrMCKz3XMd5XL6j186Z7VL3bCZ1FitG0HcX0l55Q6z1pw7DQsqHBWLGhgFidxa074bmUeizg/YBAGW2nfoTonGhepHZ9+xvzL+VY29nEof3EL9N2RPfoEwRzwBOdMzCnWKkpf+9rIxf5KAQBMgtZtfXOXEM4ieFmzNgQMMLtg7nkuAsLaFMLtwmolXKfWEiErxZt142PS3aoX070j8r25U2Spg0QFPpnYmTTqX37StQFebqj8yyEZLp2Ar++uShkV4o8lVp2Ndswh7ZmI/HT7du3q1W0Fto531hIBfVq/121eQ1Y9AhzWp8I87q4UXX1cgN5uM+cOSPXr0cWOg933nnnXIsPWCJg72d0dFRyqMVOh2IiS9MJ20CKzPpmbqlm1YZAGWlyBC6Kvwa8ZEHSXByrp17ulG0nlCDxWd2oxNOR+et54gEZQSXd1LBJHeXSj13Rj7kxki+cnNkA0oH11ZHLy/rBBRdiePhZr0/EQWfz6toQScgzv5NGC2DZhnDigm1w1uisyMVT+fFwqY+GRE5G6t5rNqpV3Vft3vew9s8U1bGe0j9IKWQSF/V1W/NxyqSJYl7bO2W0qUFytGvS5Xo43wdIJG2CHLrUWf36HXHoRqogmWxuENcPEeMamx+LSWdjgA8bJ5RP7nQDhG7gRv4c3NxxwWe+sb7ayyjzY54GeAg4UbYoRjoX/WQMGo3U4tkwKtKxSteRKa0T/88xt6Y8gbaktWuWXH46tfuYeJt/DZsPfACbR5FC/BRQJ5tFSaEYpdwn013X0KBzOtwvuXa0EVJTy51O7bvg96bk82ZqZ9L3c1HIrgRKLbuabSgVCW3ITUzo89f24GuhnfONhVRQr/bf1aVjW6l7hDmtT4R5XRpomAur/8Vf/EX5xCc+4R7qSQgP+oBZw8SWin6fINbkC9tAXIoJUhkgW5aDFtJkCsr8H4JnOY4hIY4ITahVFEAynQAYomhNkWUQYp5SK6e5onM+Vl3OcSriCHpFfXPCXY35PM2QOHdRJEAGyfdT1HCOI32ZvBXUnRcJkUEgcavme+ol5RfWWuJzKRtrK0SKc3HDduJeTSLXEHxrFhlCHGyZnkf5uLLTZ9KXsZlw5WJEcCMhM8TYsOIiFubic3GXX60WfxcDjRjZRo0TtrF0rvxNSrRJz2Xtd0rgI1F8bzR+uLnzf/JqN0Qx3s4tPJvfKHCxwBN6Pe12mxRXorRsjepij5WecYWwcw0x3wA3bvrJWmLuXC72aLxt3F1qqUyecDNm/MRLwMg380jf3flRf3BJp8+EB+Cq29imRJ51wnFba8y9s6zn8mUxPmxOuLzaLVFe6VG18uMK79afJ37m8rZPTH8/lHq8WteVi+nKo99snrDxkCSuttgQF4tzcfEDxcXjagkzCd2Vek6tYjG3PSAgICCgPkj3v/k3/0Y+//nPy4/92I+5dGDTmdMDAkoGLqbNnriWD19kKQ7c/gZfUtEsP42VL0gFxo6I9JzOx7xCInHbheRgoTMyYym5IH6QJgSzIEO4YzsxrSaRzd0qKEacNHVSF0QPqy0E0Fl7UxERRezsqLoEQ+wpE0suGwBtnRobjLWZPMuURfwzVmrqwao6OKDnkJMZAok4FecQKz7QL/Lqk2oBhnxjOd62LxJEmlC3b8TeIK4Wd41gEvHT1jfnWowQVrvImcO6cYEVH/Kz6/Y84ca9+sIx3XxAcZv2EbNMXPSFk+rOvZE23dC54jzII+Xjpk/7LkS5zI2AMteQTlMXx0Wdc9gYYUyxIGM97o8E2CDa9AXLPEQY0mox67iZcz0x9ecO5wkaVnJczOkvmwHExDMntIENA8i3WXoZA+YIN3/K5hhj5MY98m6ADK/fmncfpyzadvLlSMU8lxcKw/WfdcX4QbYZW1PtdmJ2gxpTTX5xR7jbdNOEvhEiQOjB2OG82J27blz7wXWRsbkkoadyBb3mWwisWH0MLd4O3AsNvcniaosJcbE4ezb481qr/StF6K6Uc2oVi7ntAQEBAQH1Q7oh3J/+9Kfl0UcfrWyLApYkiDfbvHmzpNvbNW47Sb3cRJaSAMGBwFhKqSRBKqdq3RJZVD23X8SxIJzmPg6h6dqo7sMuFVZkgedaLLgQvvFhjZWF8BKXCvgeS6hLORUJvkGinHt5StvOuZDDU68omVyNJfSaxvNCxl6JXMEhXbe8Vsng/sfUak3ccUsUJwwphUhCTFd2iZx6Va+jXq6hHggs/YL8W4wxJNONybjGnJsbNJbnprSOxcUzUTowvsupuBj9wrLMy+aKNbrZACDhxHlTtgmUXTgtsvVmt2GRXrFaNg9dkXQ/CuQrVfH7+ItKUCGjpw8qsbb4Ywis24CI4uzZ0GCO+H/bLnWNZ5ME93wIPGSYDQHIChYpLN1Y2uk/44qF2bmgD+r8sJnC9wBrIiJtLjbdc7+kj8Ss88JNm/ASMAs+LvxYtFeuFdl2a15EjzEn9tsIN/1jLiD9lMNmDIQZ93fc8c1tnbYR1+68Cka0jUa4WSeUy1yxUcS65YXfpehq0HaykUF8s1m8ZxJ6MtGoKWSi9OvSuTHZ3NGmnuXVEpZKaidjCeGm334aJxNX27pvcVkh42JxzDMbZawN1r3N9Tz0b/L5W2rc70xCd7QVzHROrc5XKf2r1bbPZV4Dah5hTusTYV6XBsoWUkMR8/Tp07J8efQCuwgQhNQWEZLEmKbL00388eFn8m65lnvZF6QiDpmXdhejjSU7ci+HuAJInLn0Xjou0rxMSRfkCdKeJU/3aZHd9yiJJlYa125cirmGmGAsrcT3btypZJXr+B1ChbUWkjgxKrJqs+YOgBg7MjiiBBkrLZsNWDsl73XuSDPWbRTNifOmfqy7h55UATXia2kDlmxcwiGptzykGwbPfS1v1XXprnApZ+NgTOSON0auzlkdGyyyCLOxUcB5kOm+ayI33aHE+6Vv6AYAFlwIJ8rUL/yjxoBv2KnlMoYQezYuGCtirrGAc/65Y9oGRMcgwpt2as5rZ9VuUW8Ayli5QYknabSYQ+YTkss4Eq9Nu3Ahp50QUyzqKJ4jpEb9x57XTRa8B7AWM/d4LfCTkAO+g/A6gbgWfYE2SzRz6NbGsFqknVcCwnEjkQt/R2ThJp4bKzmeDT0ix6JYespw6eiGdTODSbz5NVoWY8z15sbOZg7eD3gNsH7Go40e2kW/gHkjABP7M9BOa8NshJ7KFcqab4Gtgnzig+pRUSyfeFxcrdYRF4vz5zlprmupf6UI3YHZiOHVEmYr5BcQEBAQsGTRV20htR/4gR+Qxx9/XN7+9reXW0RAwCQmJibk6NGjLs97BnJSTIypGEzAC9I4WWhMkMrE1LAeuZhdLKADeYt6LiI6kD5icvlAxOMvw04UbEwtqXx4+YI4QyrN6m0vzVikTazLCC+/k2IKYDWGVN5AiCuyBq/ZopZwrMAAayyE95VvF5ZNf1HfNvLmlNKj2HQ+kET66H6/qufRP8YFS7b1hRdI6jNxN4gqfRnhMxCV3xrl9GYcvLHguOWPxtLNxgEbBBDSy6dlYts+OXpjTHYdflYybgchEmGDkLKJQNovLNuMidtoicTBVkRz58csWwy+RPPs8lE35BXUIc2Ms0vJFrk70x7mkI0CXMothzXj5wNijkX72Av5TRjGkrlhPZjAG94NeANgcaduEx7zXcap01koiVeP+syYuJj2rK4Z5hkledevMZ0XPyWYD38dm9ifwW/DbFCuUFZTk0xkugrv1WrCb6eL4Y5cyssRX6s1xNsbt6rG57qK/Zvy/J0JsxW6K/echUIl+lcDmPW8BtQ8wpzWJ8K8Lg2U7XP0x3/8x/KpT33KfQYGohfzgIA5pkwoG8UE1vzvk8SZ4rlZ3U9PzI0XlXjOWsgTH4OzZka5pyfPicrw63RiW7EXH8iyb7mzuux6K7cp1nYnBOa3ISrXz8eKtRxS7ANiGj8nqb44sPhjLY/DHwd7qfPLb26TLLHKBW1IFY6DzV3BXETK5D6ccrhfX9K4M88xMb74HCatAzsWX0fxuY9fW+y6Uuc5Xlapa3S6NtX6vVou5lvMrdpIWt8F38+w9hZyTkuZi8U8X4u57bVwrwZUFWFO6xNhXusfZVu6iRMCf/mXf+l+Yk4nubuPpDRiAQHVE2Brm16ADQtnXJwJIkmcLsrbGCWd6nSrSNcmteriRk1csOXoxhU4l1L3ZmKqsXBCBPmOlxssqs5EmlbrMSSQPNwEwJoqNS7k5MhGSRwLqFMM71DrKCQZKy6poWgDLse4uUOWb75XZM0OdU/HYosF965HRE4d1OuwTvMyiBUVcTDIKC7l63aolXfUrMEZPd+plI+LvPqUKoRzXeda7YOL8W6JXN+xfNP3do3DxnpPFy0yZd2uyFV+tVrGnbs9/cpo32VABeiYB/eMSCmhwCWd9lIflnHmAnd13InNtdqpi2MlbtQ+OMX45ZHKPaEDo5GQV4e2nX5gDUdgDrKPMF2qIa88jMcDrts+xic0zhqXUs5rWymSsxReExqPzdgiXMe44PlAW6nXxd+e0XkmVIC2My6MG5Z8/s84u3WTzXs6xDcwfDGypDWKFwJrkHp863+SiFk11bApm7bgzs/9YWM5H+rb04m5UQ+W4cWkaG79cSEthDI05Nc9oSz+XCf1ryDPeas+j6YLwalG22cS1uMcdBQsWwTfsZ55flZafK+SmG/hwOkQFNQDAgICljbp/uAHP1jZlgQEzAW8bJYiwBYXZ4L84R6O8jbK5455p1SsaeNNSvQgSpAL3IIR2EIpHCAKBmEnHhfggozYGTHgx01US1R8jXhniB31kYP63BGt40wkgIaQFi9yCGbZdfwOeXnhm0rSH36nyJP/V+QSLuvjSp4RW9t1l8gLX9eXcEj1rjvVBfqJzyvRI54YggRhNPf3rXtFNt8s8o1PK4nHOvzA94ucPy5y9lvaBjYbeJnf96DI2UNKMLGME/P96tNKCPp7Re5+s+YZP/SMul0D+nvn94o891WRxtUim7eLHPiOyMiNfO5p2gBRICac/tB2xs+puo/kCf3pV5RosLnACy/x+czFK9+JUqk1iNxJbPqIbiAAziOWHtd51L8B88n8G7EBzB3kkBh+F4ue0g0YFNypF9AeJ/x2p26YOOV4BOzWq+iZgY0BNi5oGxsO/J8x4jrnah6FCrhUcTGrty9GlrRGu7ZEGysxwh0XMaumGraVTWgFa52YV2LwfVV1li7ibpTtNqAqqPhcTASOdWO6C4tJZZr+sKHjP7MsldzOO/NzndQ/Oan6CCZeaM86noGzDTUot+2lCPLF+2drkmdyLW+KlCs4WGkEBfWAgICAukHZQmqLEUFIrXbBMiTfe1NT0xSPiYoLsPmWAyxKR5+NhLiiF15nCW5R0knOa154LWUYaZogd2ahhVih8s21WKYunhK5EQmdmUI1txjnQr6oG5Evzh/uVSsrJBALO+fcdFdetO3Y/sjCTHqvvSLPflWF3Fz+aKy3Ua7vLTeL3PKAEkCszBBgxoC+Q16xKC9fo2m0ICHEh6NofuWCyIpOJaeQ/jMH1UoMyYRE8cKHpRcrMi/zEC2zBq/fFpW7UlN3ObIapUNzub9vuLjx3LbbZDQ7Lk3nj0iK7yAQWKNxV3ep1xo0TprxdRb/5RrnjhAdFjJScLk49DFtGxZ8+se4cC5jhZgdse1sLGDhZh7YmMAyiFUNKzvtYXzZPCGFHPPiUnwdyFunAQrlxM5TH3URK24WWyzWe+7XNiPghvWua2shgWY+UYS39QfpMGV9Ex4DM4mRJQmWzXQd15x6uVAN+/JJ7ScbR6aGDRjr2Sgwe2W7e3UiK025rKR6TuVV1YEj5QjOpUXWbMuPzWzrm6ktNg7cq1h/kx4ZlayzGrAxjVuCmSundL9T5zneP8abjT/uRzbw/FhdiPddb5m1xbvs5+90wnrWP7Pksx6drgVZHlK1PTcLJRwYr9u/n8tY2xX7uxpQMwhzWp8I87q4UXUhtYCASqOhmCrxbFCKAJsvzoTqOWSQF1fcp33gjo1bOMrgZ1/Nv+y0Ru2EmEFe120V6b5bU0ZdiITN4sDK7cged6cJkSGuFsVYQ45vjChZIx0VKbloF1i9QV+8LE0XL4AurzQq7CNK4nfergSETQF+Bwhz8UKPGjYfcM+j6iaNZRzsvEMtlljjsXIDNhJ48TeLNEJp1INFnD7zwe1+826Ry2dVYRzgBeDanNaUR2DLXmngXQ/lcAMCYljMxy9qvyHpvhIw3gX0hbEnhZIPXMWPPKv/x+IOiYTAm6AcLuFY7W3Dg9RjrCubWzwTIAC0nbnn94I5H8y3lU0XyjHROYg2mzDkOGc+AWTJt6Y2ZHSTgvKnw0wiZsWEzqa7DnLgv6DTNovndOJ/uDBHsaicx/mliqnFym5gbNmoovxsVLbVAzjuj81s6yt1bNgEKsYlKllnNWBjaunf4nAhFFG0ig/ItnnXcI/6zy0symy4zUaEci7P3+kE+fw1Y8KVwDZ+anlu5io4WAnE7+cy13ZF/q4G1BTCnNYnwrzWP0LyxoCaEZA4fPjw/AtJGLGc7vtSzgGkwJoOfJ90jt/nOHmx731VdocoH7TBvsf1d/K6iUJ3ZPt+InYO8F/uiF+2/NOT10G4vbLM/dva65oU9cO7Njs+JoeH0pL1mYMRd79NcThPgISxmhiZvu3jsbKTyrf5SprXUb/8bGH+bvf9oFrsJtszXjvKxqWoYU93foll44Rx+Eq/ZOOq6vHyp9RfhXFZzCrTpbQ96ZyCNTqR8P0Mz6v5ev4u5rmpBVRg/Bbs72pA1RDmtD4R5nVpoGG2OzDj0YtVKTsydm5AwIKiwOU8JjhkqtMQyrh7OeSRY5A4LMZYgyGbEGJTyUaoC7KJC6hTFG+JRLKiXOFO5TYVCa1Rx4h+z3EsumaRBZQJECoDLh92o7qMNreLtKI0no7cahvyomhYVnHtRtQNKzJWY1wTXYq0lP6Oizr1I8yGZZjYadqL6zWWfPqGK7QTQGvUdjnhuYy6R3O/jyEGl44E0bCqX9I2YuGetKwP5q1aWIYZZ7izWfKwhLt0Wtl8+6kDqykx0Ra3bHHC5rZu7uCtHZG4Gl4ImSj9G2OREVm9Tttg8dTMKWMCcYbAUybf2ZzbT8qhPMYVl3UTfDOBN6f9xjlYzZt1AwLmiSW+mAp5KWtvtuJnMwlnzUYN2/V5sHThsdmoqjOveEVQvonOYbWdTX3VUJmeb0Gqmea+XIVsxtLuCxP0c/dAKh/WMFdxvKRxme341ZEC+IIgjF9AQEDA0iTdP//zPz/t7wEBNQle8pPE1UxwiLhnF+N8vtCqids4L7V9uCNHZOz5r6ul0yy6kFnE1HgZJb80JJu4X+K6cfM2AoIbNC/H5ICGwDk3cWIa9yrxpn5isZ2C9gUlgFznlMwHRU4dUPd18llfPKmu384lvlHFvCCCV85oubQZUkp9xH+z8QWpvnJOxdVOv6rlE4sNyT3whL5o7xhUYsymAm1iKHAP5gWbmGs2C5zqeou+oLuc2ZG7sosvb9D4a8itc9VfJrJtr8Z9jzbq+bjVEyfNORBi51Y/pm2zPOi0HRdu5oXNjq7NKjpnrva0i00GNiGoF9JNH3fdrnnNGUPGh3r5njZkyQHeqwJoqKNTNuAn5zK+5inA5gPjRAw4c+qshmygTGjcMrH3iMFBUAgDmE6FfKa1Nxvxs/Ej6kpNyEOxsuKKy6Z6bjHdpobNGBJSwHqyvNczCY8lqTmb8r+pqgPWItoCbFh1ML+j2ubhIRW1K7W+SqtMz7cgVSlzPxsFcP8c7nHWBiJ29Ms27XhesIlm67tccbxr56eOSznjV0sK4IsRYfwCAgIClibp/shHPjLt7wEBNQcsTfEXX8DvHMdSg8UG0S5ImcVJOoG1rMiarWr5hWiefllJI4QbAg5hhAQ1H9EXYFS7IXlDg2oNIo0YFlEIIi+rpLPCIkwdqGhDJEkpBvF2MdotSuKwzNoLuiO3WN5JP3ZQZN9DSjAhg+mI2EKmKAPCCUEz4g8phAhDgohJzqTVCgy55RrE0yjDWcOJjb2gxBVSD9l11qwW7Ssv1lhdScHFODEepqRMGRDT/iGtF0LNhgHjR3sg5mMTIl0bdMMC0udSsOEV0Kokm3E0cC1z4sagXTcj/M0QCN1Nd+rGhhFlc2eHjEAc2CBgbl3dpFcby3+/6aZ8+QDCSJ0GSDtK4Wy6XIs2Atz8tOsmy9ig1sF8Ug9j5YuFmbJxKWsPqycbNj6ZYX6ZC5eK7JSWx7Gjz+uYm8hdUllxxWWnzL9eCRPp58yLA2IFUfKt05zPdcXEmfyy2cSw/vqq6m494QFCHOzyvFfB1QvqaeFjpvoqqTIdH+NKtyGOUue+VIXs+DnMP1ZQl47Pcxu24/76ng6ljku541crCuCLFWH8AgICAuoKZStsnDhxQrZv31729wEBPtLptHR3d7ufFQOunUl5u33BIUgxQJXaCBsviJDfi8c0xRPkDSEys+ggXARZg5AjMkaKKKyjEGrIKSQcMuvc0CO3WlyxIUAQSH4npRbEivIhnpBJ57LZEaUDQyG7J1KBJjf3uMgrT4rsfSBKA55W92es20dfUFJLORBISCxkdUOUqsqlzEqpuzeWXNqEAjjYerP2B9Xu8ydEujaqZR7rpGtHo8j1c6qkzP/ZLMBUCoHlJ3wYIg/ZwspGfnGsnhDVwX5Jb9ot3QPXJQ0p33mXkgTyWUPGzh3WsVi/Xftrys1Y2G1uOlbrZgPjZ+PZuV5k/U1KtjlGnxGxw5JKCiWn/p5VogzR5zgu9bSZ8TABIrc+BjR1mhOKG9d2MV5tndpnCydg3vAcYLzYUGEzAw8C3PXZzIgrG5ey9hC7KkX8jI0c2glw22asksoCrFFIkK+4zDiYqzrnOwt3w+zFmaKy0zeuSveqUUkzDswl4DruGcaFlG7kOWezwLk8M34xYbVS6isVSX3256JCglQlo9S5L6XtSedQxqooHIQxt+twC+cZUGp/vHEhUqJ79XL3c8q4zGX8SulfQHHMcfyq8nc1YEER5rQ+EeZ1aaBs0r1jxw4ncV/u9wEBSRoApDapGEoRQDNLL2QMwsWHmGrLZ81Lpb1wmriZizGO4ondcerpiMTFIKI5jbuEkGFltOtM4MsR78hKy0syll+/HkAMub24Q8KcevkR/QCs5cRvk6sauLjsDVrfpBL6Bm3jpdP5col1Buau7eKkl0fu5P2aN5z2cACSboDYQmhNOM2s7CihW7+Ic7a4cDYweEFsapbxiRXSxMaEqbazWQBhxq0cQLZNvdwE2vy5oS7XphhI14Wr7stPFIqz8XJK/XKlcG79760O5oI6IRsQUY7RVoFINOs1fi5uYtHNrd3CAJLyIpcqvleK+JmNifsei3LD9HUlKS5bLLGLqY5cvMsRZ6LsletkPEpD5Ei1O05u9THdfHKI4voZI7PMV1N0bjqV6fkW9Cp17mejkO2fY3PIem3Gy6bM/sTOG89mpQmPmPj3cx2/hVQArwfMcfwq/nc1YMER5rQ+Eea1/pGu1sIJOSEDZqvcePz48cqqrM4kKMT3SWI1/jGzvvpwebK9W8ePZ/XPcT/9shLqwgKb1M4CkSolrwVwImTeOVgd43UQsx1vuxMu866z80l1NVlfJKDmg74l9S8+Vv53zGtDsxwfayxUL3dj6rt4N5Q+NwVtasyPYUEfY481m5/4daWMe3zOGNN4O8tde35bkup330chApPfZ2ZfV4XFrYreq4n3kr/WZhCdqxdBqlLnfqH7453HftnxawPu55Tvg6DXokVV/q4GLCjCnNYnwrwuDTRUY+F86Utfkq6urkoXHVCvKFU9d7bABdOpQA9OJZ68XDprM2JPE4Wkk/ohakb8OHfLXo3zJV4TEgSxg5ChSMw5uD/jxoslmRzU+Gnioo21e9s+tSxDnIczkahVpIKNGzMklzJ9iybfY90l/tPconGzdm7QWBRXRfmgI/dwXNcRq+L/a7blc13DdbEib+xWwobVEZJKu08c0N9drl/ym6OGHLnODw3lySrXEa9t4lmUS5z0aL+OL+7KDBLn4M7tcohn1Q2SccAailo6hBVLvIvbblaBNoS46D/HTamdPjB3jvyfU2s0FnasvpA42kUb+B2rX/sqdcNE5Mziu938NIssi2KL+Y720RYXL31Gy1m2WsfduZGPaf+J5Wc90g/aZHPDPJCf3Cx7tBOLNwJ5pk5Nm3EF5RrWjVNXjxFl+mhiVyaWhGeDCdfhjg1BZZ5oI7nJaZfzHEpHCvMZrYMwAs7xVcFBMZXpaoozJZVN21jLWOj5oCXg+rZMQxIqJaY1nbL2fAhS+fU3tul8mTdJsbkvF5XqT6nlzKa+chXik64D86k2HxAQEBAQUCuku6WlZdrfwdjYmCPeP/IjPzL31gXUP0pVzy0HuNSiFuyLGrHhf/WsyJotqloNIMoQZyOWkC3qJ1b5le/qMYSzIA2bu5Ucgc17lLQefloJES+gxN8d/K7I2UN6DuRwyx4l7d/83xqTyzXrdog89J68y/W6rSLnjqkLt2vnmMhN96gi+AtfV/JKO0dGRDbuENn/mFq6H/3nIq8+JfLS43nBMeLE9z0ocvJFJWy3Pizy5P8VuXwy7+qOQvidbxJ5+suqxt17RWTHrdqH489rG50qdZOSfQv23L5P5IVv6Jy5/qVFttyspPrcoUhALXK5xi37zGGRFdtFJogLHRPZiVjbcW0rZB1CRpy4uSATH939trw7NO7qcVEqCC4bCSbmZnNxZL/INVzKo3RKkJ7lXXrcCeB1iOy4rdBdHBJ/4ZhIj+eCT0z+rjs1Rp9+E+NO7Cwx69YO50EQxZLbuKNCjyifgY2O48+JTHhpyiBde+7zUtY1Te2j0wEY0Fh3J1CW0vYcf0lF1lxdKVV2B6aUD8YO59OtJalMV1OcKals2r82WttssBiYG8ahEiRqJmXtagtSJdXPnHIvxNXm/bkvF5XqT5I4XlI5pdZXrkJ80nWp07oZWOARU0W1+YCAgICAgCojlZtF4PWHP/zhyf9//OMfl5/5mZ+Zck57e7vceuut8v73v18ySa6QC4i+vj7p6OiQ3t5eWbEipqYbMP/AunHqZfeyNZHNydFrN2TXymWSsfzHlVIVtny5KGsjPMaSd+TXyFJKrTXbbsnngz55QIkW5ACyiNUUqzWWVAS2sFqjLu3SX40qIV+5QeSlb+qLNlZjCC7kzymGt4rsvE3T/Ji4FH18+D35F3PIFuQfyw6EFzJNfLH7PSPSf11fjvmO1FdYp9k4gGBh9YaEOiv0sFrabn2jXvedz4v0YDEmXVQuyqM8puT8Nd+vY0IKMcYIb4MVq3UMLO8415CyDDL73b+P2p7Rl2SIhFN9z4nsuEOJI3UffsYdn2hdLkeb1siu60clw8YKY3jz/Vo/Md1YQlch1tSvlnAsyeCuN6t1i/VhVmAn7JbWDQLGnxdwSxkGaXZeA+QTH9GUYbQbiz/tYVxoJ2PPZgZrDF9a2ums2B0iY0N5aztWZjYm+I4xYMODuYAIMEeQSFKQ2RpyVtwozRyifBY/TnmsIcpzOc03FpIuuwfi1ny8JegHmwusCyzZrj992qbmZbphw3rEs4FrnOX/pNZpY2OI308FlsXZiTNNTEzI0aNHZdeuXcnPeL9sxt3lsM9M9VZgLuZ6j3vPkCmoYJ/Lqp9NGJfrPVpD8bmfKyrVn9FRmei/IkdPnZFdWzdLhrR+M+bpjtU3m3mIlxm/jjXjSPhYfm2XUlbA7O/VgEWHMKf1iTCvixul8stZWbo/9rGPFaiT+78HBMwaniouRHv3ahSxq6AqzIsuasFnDuWFwHxAZrDC8d3m6Dx+T0UuxAazBq2I3CnJ5QywOPOBkEHEtVB9OYXgQjrApl2qgu4LD+FOby/iRrL4YEGFxAGXCmxC5MrZ/HVYQWm3UyaPLM6QLJciC1X1q1FO8QlNJzaJlJ5LG0hZhhUc8z8bB6ZozvcQb9emaLx4AcYiRboyHxB9UkKBLbdouy6fVXd75nVZp+yeuJq3sA9cj3J0p3W8+KxYpX2kTTY2pl5uqa/MuuXc0z1lb0dqI0Le3xNZh7N5ITybf/polmSIq682DxpJd+VZ0NgIgZhjmTegzA5YH5B5HybKRpl4bJhlm3HDWodqvInF+fCVoTNeDDnXMQ94XdgagKSaUJlL6xZZ+k0V3JTPs97YFLuf5iDOxMv77t2R+nYS/LJR0k+Zm73XP9sQmOs9Phtl7WoIek1XP/fe8s7kea8EKtWfpibJrN4guxFiLLe+chXOk65zqf6i50W1FO+XCGa8VwMWHcKc1ifCvC4NlC2k9tnPfrayLQlYevDIJw4XN0bHCxXvF0pVuJTzks7xj/kWUL8/cceSeLy59RkLuo8pL6aodXsx4EZi/PIpOymutOCc6HvIerG6rG+JZXluzEbQvY2NXC4rN6TBhTcXnOfPbbH6kubfPxeradIxPzbefR/FE0+eE30fVwVPakMSko77VmU8AeIotpZLUYZOOsf67vc/aWxmU1eJcPfqjRulZaeotnL4fCuT11r9FcKs5rSS41Dq2p5NXQGVm9eAmkOY0/pEmNelgTkJqT377LPyiU98Qo4cOeJiueP4yle+MpfiA+odMfXcM72DLldsJlVhVWFzL3du0Cl1W/bdyw1mnSxXfXhSkbopEmDLijRG6uek4sEdnNhw2uCs0bidN6v1FmEpXKYhys4dN7oOy6W5c2IR5oV0kHRcqJAjNNaoFlgsohBnLKFmRaY9XE97TECMNmFB5XfKp17Gp61F458hj85VfVwttLhLO5Gx0by4G7HYTsgsEh7DzfTc0bzw2qQAW4Nk041ypmGVdKfPS4Y6KYef5gqPyyNtR9SOPtN22kD7sewP0LblebdqV35zJBKXiq7DJbxV05dRPtc7EpzOt92VG/Xd1MCnUwWHhDNWvkDZZIxrwvzTnsl14JVr7v4DvcliULbG0wnu1/Sh2D1gLre0k7WEQJn1k3Yn5eGe7f1URBQLzY4zZ864/L8zuqzORvm6HBGuhVbWXuj6K4RZzWklx6FWFe/rBHOe12IoVzAvoHbnNGBBEeZ1aaBs0v3FL35R3vWud8mmTZucqzlx3CdPnpT+/n7Zt29foshaQEAB5kNVGNJkIlUQG/JcQ0w27dZ4WCPevqpwMdXz+Hnxc/gdRW6EuiBZlseZOGaUmq+cVxExiBUxvoh6QXovHVd3ZtTHEZ0iBy9jwrV9F1V5G1JJLDOECtEyiBYxoyijI7aGAJ07llIRJ4TFcE/vWKfx3/Sbl1V3TlpdNhEto52vPimycq1IGvLaInIekTSEztaqazrn8eE66j7yXN6tHWKOkvrN92necMBP2oDoF27my1uVZOOOj/gX5JB4eSzCkGDGxeKtqcfFyUdrgnNeOalk34m0sVlAPOkq7QvEFOJJvLW7FlfzyM2euG7c5J0bdpQbndh1E8zjJ4rzfM8GhlntIfyUy9Iwd3pfxClpfUDEifFmk8LU5rnej03l/LgYFGs8dSYSE4yp1xNzb/dAkip4LnLXZ14pm37zO+0z0l7u/TSdKBb9q/Q9Xq4I13w8Q6bDQtdfKyh3HKZVvGdTb9nSHdNaRbn3akBAQMASR9nu5b//+78vP/VTP+VyQIIXX3zRBZB/+tOfljVr1sjnPve5SrYzoB5hqrhxa0alVIWx4BYol0+IrNul5Ap1cRPtiqsKm+o5x3345yWdQ5wvx2i7S0cWuYF3bRLZcafIxRN6DOLIyyQppiz+l7ho3/JOjDjWgwms5U1KPiGMWLJJaYa4GEQcguss05GnCVYHNhd4+Uk3qaL4XY+IrN8WkcvIKkxZe18rcvoVvQ7Cj5DY1YtaHh8IJ+0zMkrZF08qmTdVYRdDPirSc16/B5yPovna7Wp95uXMKY6v1bGBIFvKNY6b2zoEGFE32slY8PKNMjcEHdE11gVWMATlULj385QDs4SzgYF6OmNlbWIeUIjf1J0no04V/A7d6LA+Qlz5HrVwE0Nzx8f1RRMLT9LcY3Fgc6P7nigeGwGxU/p/0rlNWqa9cgyQfL8ud95Y3o096T5hPeD5QKy4tZ02IILl6xCUcz/RtvhLdbG2V+Ien0t91X6GzISFrr9WUO44JF3nntPbRbq2TLV6L6UxrUVU8tkQEBAQsMRQtqV7//798td//dcF8QipVEre+973yvLlyx0h/8xnPlOpdgbUKyCHW/dJqv+KNI2dl9TaDUocKvFihUv5lBzdCJrtVlK8ar26ZiepCkPaIL2UYa7a8fPi5zghtbNKZlHyHidv9nK19mKB3PsaJcu8SBopw5rc3KUkCvJkwkFYfq9fENmwQy2yZsVmowDSiyUba9C3/rfImk2aqsq5ey9TsvzMl0UeereW+9T/FbnjDSK3vUGt+yhjQ2Rf/KbI2s1aJuSU62gb/cKqDAGFXEOCOd/yQWM9hnBCtiF6WMix8lJ211aRvh61Mu+4TVIbb5KmwQlJZdZqHbSdcYf4X7mgBJkxcDm5zWI7FinCk1/7mrqXQ8KZA5ffPCKo/I7HAGNjLqe0jXZS7p6NIiP9miqMc5kLxhirOe03BWYnBhfNId+z9xEnwXERp2Lrw/J0M17MG/MRd/X2y+EnY4wl3AThLI8119l50X0y6dLJOJkbe9wtnTmP93E299MMolipwevS1NTknvclId72eJvKFeEqtfxqY6HrrwCYy1nNaSXHodh1YBGPad3Mq4+53qsBtTenATWBMK9LA2WTbsQ5cC0HPACuXbsmq1atcr+//vWvdynDAgJKQlOTpFdvkJ0zqefOFsWEsLCkQHQgc6iVz6R6Ph38c469oNZiPgZcw00V3GKWIWQOKSW2EPBJS+t43moL0cT926xAfeSgzl/qLMSQUj52Dq7sKKIbGXPp0UZEnv1/egw1burEA8Cds0aJM8QTooqhgpdcCB0kztrlROCyeTdtFycejaVZjiG/kFH6h0DbyIDb49g5MSBy7rg3ZpECtymAUxaq42xO+BZnI9d+zmfHiC3VW+TKTjyzba44b4Fc1BcvFRuk2Ig0ZJR2GniRtzlkUyGu0F5MxKnY+uClk/Omc7W0ciY9FDyF9mL1+erRtJO1AeKq4JQV7+NsMINQVTo7ITt3evnIS8F0yteVECOrhjL5bLDQ9c8R6XR69nNayXEodt0iHtO6mtc6Ew5czKj4nAbUBMK8Lg2k53QxLqIismPHDnn88ccnjz/33HPSkCTkExBQBHhKXL9+vbIqq+UKolWyPuKPDRAjX3DLXROR28lzGpJFvuKCKXyPldcwuent7X7juh0XHaJ835XTyJrfLif8Frt/KQcL+WQ1CbvsiKrFxoHpvJ5uKVQvj7fB2hjvsz921lZ/HOz8grJiZduxeF+qLYxVajmVFKCazfdzuDaXaajsvVonYmSLGVV5/gbU37yGe3XBEe7V+kSY16WBijDj97znPfJDP/RD8pM/+ZPO6v2nf/qn8uijj1ai6IAlpNx44cIFF5pQMUVOE7xC7dvEsSCXkEKs3CaINhfFVt81mWNYcbE8Yw2mPqyXuApzDW1xLuT9Ii3L1cXaKWoTg71Shcaw8GK5xU2Ysoi95nvKJ0aal6feC0p621aKrNuhLtuQd8pywmYrI/fi1uhnu1qeae9kHu5V2l7OwZWdNnIM0s74kGMY0k69zoU8cnnGssx4QmxpC+3g09qhfcXa39ASXTtEdmy5kGqT5S3LJOPcptt0HGgvYQRY64lRTxI244NLOHHlEGyucxsQjdFYR4JotKv/ih53AmMp/d2NR3OhqFiSEJM/r/ST99P4noKptTOv1y4VV+u1stz8R/WTL913/2a8rA2VFKAq5bpSYGUTChF3eW9ukWxrh1w4ebJy92otiZGVq8q8yNWcq/L8Dai/ea2le3WJItyr9Ykwr0sDZZPuP/qjP5r8/6/92q/JgQMH5Hd/93fdbs0b3/jGgu8DAhYEuP9uv1Xk+cfyrswSEaodD06N456tYuv4EZFrF/NuzAByiAs5Mc6QUtyet+zJK1OnGlRYi7JQ2z78tJI8YpH58OLOdbzAbNkt8txjKi5mZHnlBpH7367K4MRNv+btIk99MX8O7aS+W1+nKckoZ9Mudd1GWZ2fCIgRd37hhMgr34lculOqpo4AGpsCAKXx80eVQNCfkRsiex8UObpf5PLpfJ9JIXbLa0WOPq8u3I5UsiFBbDYK8VmRNVtEzhzS/zMfYPs+FTeD+PvCZjamkNWtt2gbIOZ8z/UInzGG/O7GvEFFlyD65l7N94wFInY+4Y4LMSXNK+PMZoOJxTE/qMOzqdB7ubhab7ws3OxRsu9Yq31hXtk4QIRtMv1YJCQ1RQ24RAGq2V5XCrgW9XlfhBCwQYKQYKXJZDX7Mh+qzEHNOWCpoFbu1YCAgIBFiFSugv5kqJcjBrBiRWSBqjH09fVJR0eHa2ettnGpYmJiQg4fPlzZ3JNYn069rIQSaykCU1hYXcqjnIr3lGrFohz/JYPE4oefUavsynVKBiHbWEF5Qd+4S62dVp/LD03KLso6qOej7I34GOQRpXUszWwScF3LCpEnv6Akz3J+c6vywZL92nfotaiGY5kmfhuiCvGEvGOx7ViVF/nCKgxRJx0Xv594SeRGnwaYmBWWPrUvF7npXiWqWOxd+quRfN7uvih+PBupa2PJ5TvKRp3cVNsh3stWycTqzXL4/CXpHjwnGWLdiUt36t4NOjaQ45tfo2UnCZvRVvpLW5IEy6YTXjILfzEhpqR5NVA+myKMw4VjupkSd1NnHGwNxctiTC6f1Lh09gZWR+Q/shZPWXsFltJZiEaVe91MZdIX1lpcpC2VkolNN8vhkyernPt3noWzplsL/jxX6rql8PwNqN95Xch7dYkj3Kv1iTCvixul8suKBl5ToeFLX/qSvPWtb61k8QF1DDZr2tvbK6vI6SutQtYs1tgEtUpVWk1SbMUlG0LnyhtVEukUt0fV3ZtUTqSssvowtkLOEb/CdRu0RjHSkG82ASCkEEssv/09+RRj1m4ThsMNHSsq148O6AfLZFfMXZ60X75QHKrh4OCTmn87CaTiwrq8bpv2BQdxE+qiH4wFoL41a0R6zoqcO6LHUII3QNj6r0hq3XZpb26U1LnzU+PTIaFXzqoVfeOdycJmBr/syfNKEF6azpthOiVeiL8j2bhVx1JwFVMh98vCLRv3cusrRNvi55NUfistQDUX+H2Ji7Rxrw5er/y9utBiZOWqMteJmnNVnr8B9Tuvi1w4cDEj3Kv1iTCvSwNzElJLwre+9S15wxveIG9729sqXXRAHQNRvi1btkyK89WU0mrSeZYTGhCH7f+Mf++Xk6Sobu7PAGu8++m59Tord6TqPXleFCc82Ybx0vtnebGLge8T+5xQn39eQhvS4yOypTU9/YMG6/tCoJT1Ueoaip8XHwt/7EqpeyFRgnp5xe/VhUa5z4o6UXOuyvM3YMER5rX+EOa0PhHmdWlg1n9hP/3pTztSvWvXLnnTm94kX/ziF91xxDrI0f3www/LM888I7/8y79cjfYG1LGIRE9Pj/tZMZjSKoSHuEsEyvhpBMhXYsVdjlhiUjHhIs7v8XIKyiZ2OxUJf41rfPV4Vn/nuK/EbW1wOajH1bLtE3REurgGcTVAO1AKJ4WaEx2L8lNjAecnBBxXX1zVKcel1xop7B8WdeKQiQnHsm1pxEAxy63/vfUZKycbBaQ+IxCF/iFwhqX91Cvq0k68NVZ92odLLe11OaJbJDsyJD0DQ5J1QnZFIll8FfakucD1vtjcVFuJt1wV8rkoqAP6TAw8wnRnDuvvpWK6tVwKZmhbNtNQ+Xt1oVGLKvKL/fkbsOAI81p/CHNanwjzujQwK/fyz3zmM/K+973P7ch0dXXJN77xDZcq7O/+7u/kp3/6px3x5uev/uqvyrp1wfUooHQgLcBL38qVFVQ/Jc5s7IhIz2l19TWgbI3wlsUBzySElKTYSow0ZBNSBPG0uFdiqsmFbcraYvm0r2sMM3HfsFdc0IlVdgS1VeO6L53R2PMbV0VWb9ZzcaumbbikEx8Mmdu8R0l5/+W8Mjsv9yZ6hcs3MdaQeWKhAfHJ971NZNte7Re/9/VMHTOO873LpX1K5NUn1ZV+0s09pWNJLmuXpzursdzEQF88GVny2UBY5vqbuzguPRNtstKu6eTchkIXeATeDPG5gKfjgu5U4NtLF7eqpBJvKefEyzJF9VIV1H1AluMiZibANlPu7UqIes0wLrnWDuk5ebKy9+pCoxZV5Bf78zdgwRHmtf4Q5rQ+EeZ1aWBWlm4Uyd/5znfKlStX5OLFi3L58mUXt/3+979fli1bJi+88IJ8/OMfD4Q7oHYAUbSYVAO/Q44BVsA4SQH8znG+N8XWuPXSichEQmLu9/Hod8+l1KzspqJNXPTOu1SgDEKMlRrCjGWS9GAWMz14XYXVIOHET7vUYqiXrxXZeYdasrF0r4iszFYn1mTaTYy570YOwUblHIs3RB4CDsH2we/3v02/J6b53DGtf3IsWyNF7rP59GOItvVe0b7YmDJOl09p/U48blhkz/3aTtTTzeIN4b7zEe130lywaUA5kE82EWyc/bmZC4rNq6/EW8o5SWWZgjpkGbX16RTUfWDRjhNuwO8cn87iXcpaLgWl9rmeUG6fl+JYBQQEBAQEBFTX0v3888/L/v37pbNTX7hXrVolH/vYx5wy5l/91V/Jnj17Zt+CgIBqwaXfyurLb1yFGRJkBLcUISSshCgRm2IrrttXzmne6lXr8rmMIdEcR4W8a6uSJZdD23cnFyWhLv90k36HezoWcyzkzjraonWQjmvrXrVoO4XvZpFLJ9VivWyFiq+xsYBlle9RDz93WFN6tccUFCHekC9INdfTdn6HHGNFZpxMsAz1cKzrLt1VlOOcdkGayf2NaNtIp+Y7Z2whg2sb1WoNYed8+mOK6wPXRfa8VmR8OMr3vVrPNcJt8+XPBeVaqjXqRpzMrLWVEqmKz2uSEm8p5xQ7byYF9TgY9zjhNnCc7+Mic9UQ9Zquz35oRD2h1Hmu1HUBAQEBAQEBSwazIt39/f2yc+fOgmP2++23317ZlgUsOeVG1O8rqrI6af2dSFRhLknkyD/HV2w9e1jJJa7gSYAs4gqMqzBW6TiweLv0VxuUXEMozbrLhzZiyYY8d0bE185x12P5jvKAA1yYsSRDrCHiICkboG/9hmAnqYIDE3xDfbs1cuse6M+rp2PZNkIM0TeV7vXbNf93JPyWmhiXjkxOUpDmG1G7IPe44McRn4+4+NgUcbKx+VPiLVWtN+m82eSDTxLaK/X7Sot6FelzVe7VWkEtqcjPI+p6TpcwwrzWH8Kc1ifCvC4NzDplWPyPsqmdNjYuDsGYgNoE62jDhg2zyA3apC7O01mT5ipyBPmF1EKc4/VNJ0aGlRqrN/HeEF/cqSHRkGZnEW9Ui3YuEjzjXLsG67KzyEfnEO9t8eFYlWmDE0sb1fOxpg9DelMqdoYVGisblmTOJe0Xbee+JaYaK+XR59Xl2bcyx2FpylyOc9pNPHmzurrjTm6q44yDub5D/AvGNSXpdEo25AZEcmwmNCkZnyw7NqeQd9twcOUkuOzOZv5mu15mi6TywVzq9MemlO+nG78qiXqVdK8GVBZVXsvzPqeV6k+17/FFjnCv1h/CnNYnwrwuDcyadH/4wx8u+Tiu5wEBpSo3ohOAAF9i2ppyBKLmIpSFkdjcuxt6p9ZXTIwMkgyx7b+uVmrE0HAdJ2+3pQFDBA1LOYR1U7dWxnXnj4sM9ubjnXmBJIb62PNaBi7dR/ZrHDfK4binEzeM1fjUQSX4uLpv6RY5+YrIqQNqEce9nRfSHbeJXDkjcuw5Lf+ON4lsuil57FZt1DE68lw+rpuYbVy+N+7UjQH+DyE3tXYs8gCBOeobHpBs3zW5ODwh63IDkmazAbJP2UlzSpnXL4qs3qQibWxEQOSxqLMmcEtPmr9qCYpNh6TyU6fVEo2bf7l1MjbEgSe5mHPcxq6U8auSqNeM92pAZVHttTzfc1qp/szDuCx2hHu1/hDmtD4R5nVpYNakG6G0Uo8H0h0wG+XG3t5eWbs2Im6zEYginjLJumEiR1NezGIiR/FzsBZCuHlx862tfn0mRoY4mRFvSCKE+6a7REYiV3AsMFivzx8V2bCLR6tIzxktqyEiQS69VqPm9sZNmzIg3BAvrNukfUJAjbpJN8ZLMcSWmOnzR0QG+kT2vkb/j4Da5bOR23tKCSDx1BBeCJkphWNhf/4xFUJLsnhj2cZC75M3Sw/G+DU3ifRd1nJQUyd+nP678W3UzYCJccldOy+96ZWydmJQiTjH+Zk0p4w1Y45auYmPrdmaVy+3uZhJpKrc9VIqkspnzbhjYyJrtuXbOts6cUVHpTxJvXzPfXlX9VLHrwqiXtPeqwGVRbXX8nzPaaX6M0/jstgR7tX6Q5jT+kSY16WBWZHu06dPV68lAQHFMBeBqHKEsiA7zsLdMH19cTEyyA0Wbgi3xVNj+RwdIf4isr7k1HKciVytcTnPjov0XtZ4aKzJkCUsmqTrGhkWWbVWyS4Cba1tIlfOq8CZhXr0Xcqn6cLiTKoq2u/KGlPCRkqynnMi67z0XC6X98lk0s1xrOLrdkT9HtP66A+ibje/Rsllc4umPqMPuLablRbrOpZX3NGvD4l0kqKtQ9sxnYCdyxHenC+L+UJIbjZiZJUUFCu1fF/0zRd8K6dOtADYdEE0jfF2sf8bC2PDi/UxafyCqNfiRbXX8mLtT72NS0BAQEBA3WNWpHvz5hlyxAYEVANzFYiarVCWi+HuLa0+X4yMGG5cyn04a2NORdG4Dssz1uhIaMy9IELKIenE5KYyajXG6o1rOcik1SUdV24A+bXrzRRN7LZTK8c6nYqE2jpFxlNKCIuNFXHZSeA4bTJ3dztmZZEzvGNVVGZENiF5vngcBBuiPZwWaV+uvye1IQ42O6yscsTIKi0oVsr1vuhbEhmYbZ30t5hK+UzlJY1fwOJEtdfyYu1PvY1LQEBAQEDdY9bu5QEB1QACfV1dXcnquXMVRJstyq0vSQQLt+PJ75vzKt8GrOMcj5/vl8WxeJ1cV1B2i8hQROr9c+IK5vFyWtqS+5J03I/1xMIdh5Xt1cF0drU1TxrlE9tQ6Tmt9npJut73iogLvlWiztmWV+n6Sr1XAxblPM/bnFaqPwu4/hcTwr1afwhzWp8I87o0EEh3QE0A8R5e+uYkiFYpxdvZ1OeX1dim7r24BGO15hjnty5XQTV+YqEm9hmrL3yY73EH7sIqmVOLNq7anNN9r7p4t0Yq5oieYTE3wo1bOEJj/MSVnJhryiJum/8jbEYf3Ht0WvvKdc4dfEJJtMV4x/vTvEzjvXGFx6pN27ge13H6T39IDcYx6nfK6iunjF+al/n25rw1GKs4ln2uc/3PTM2hzot/OaJf5ArHJRtXf8aJucDi74N6qStJkb5UJK0PE32jPl/wrcIiZtO2oZr1lXqvzuU+dKEJA4tTibpaKtrzNM8Vm9OZxsaeQ2RfmEt/FnD9l40FUFqv6rwGLAjCnNYnwrwuDaRyRO8vEfT19blcpAjGrFgRpWEKqBnlxrNnz8qmTZtmoV7eUCHF24RySjkv6RzI7MtPFKqaL1slcvsb8qJkeIYff04JcFNEMiHWF0+oCBaA1JLDG0L7/Df0nN33iJw9qi9q1y6o0NlNd2q8N+nAjEgjVkYaL4TTjBBevSCyeoOSUr5Def3+t2m8dLE+4yKOyzwviC5eOSLeW24WOfWyCr6BJCX0qKzs+Jic7RuSTU1ZSVNe16bC+Th3TIXmDBAvhMRm6xoNifbFx9j4YDx23One8yfHdIq6eBlrqKh6eQXLL7cN1ayv1Hu1nLazUcIxX3l9HvqyKOZhHua5InNaatvZEOO5NxkiU+VneS1gMd+rATWFMKf1iTCvS4NfBkt3QE2AvZ+BgQH3s2xBtEoq3s5UX1JZqHYffU4tnSvXKSl1ObibRS6dVoVxiOCFY6r4DZHlel5ATx5QwoZaN1ZqCBzXoEx+76Maz33tvIqqQdZ5WcO63NujhJrfrZ1YfLEg034srxD0tVv0ZXfzXrUoYwV3Im+8ABdRE4dM732tCqcRL44VnbhuYs2xkLuc4w26IXDiZSX7FnsdjV+u/4oM3DgpObw913bkFbVN7dtZtYkNz2lZjB2icgjFlTq39Deu9s2YMv7nDovse0iJMMTcJ8TF5r4UFFsfYC5rdDaoxD1RjXt1JsTXGp4HbhMpK3L5lK5l1sliUKKeDxXteZjnOc/pbMaGe5C5ZmONeS63Pwu0/meNBVRar8q8BiwowpzWJ8K8Lg0E0h2weFCKIFolFW+nqy+pLFyxseYCZ71uLxQaw3UWIovbM8BlHNzoVaINUCeH4EKkOZ/Phu1qFSIVmAELNedZDm2A+jkWFUc+cyLLot02O4fqUBM3y4rf52Jjw4ssecFJQUXfzhycOm4GrOi++BfjB7knd246myfccbVvNgjmovZNvUl5rS1+nvEnBr1YuGq5asfF1sd8qibP9Z5YCMTXmlPwj6yerAnWBhtYi0GJer5UtOthnn1wL2J5xfum3sclKK0HBAQEBGiAVfm4ceOGy8X9Az/wA/L6179+8vgnPvEJGRqKSERAQK2gkoq3SecSq2zwCebk98NFlK+968xl249F5pr4y2v8mJVbcIwY6gTrSlI/Shkb2j8din1vhKpaat+ltCuoHdcO4nMxZU0WWaO1iLCuwtiENRIQEBAQUE1L94ULFxzRPnHihOzevVtefvnlye+eeeYZGRsbkx/90R8tt/iAJQbizdavX1+duDMT2OrH8oLA1vKpAlulKN76QjgIpeEi7ZPrJBVyH7g8Wx1cj5u2E1tritzMW5Vw8B1x2AieYaFdvlotuTvvUIs4cdCUYyrZkFos4bia40JuxJ3/076hAXUpp2zagDUcN27aS7m4XVt/2DjA8miu4y73N2Jvjcnq7GbVtxjNmECZm9c1XZIe7Cld7duNQdSuUgSHirUradwXs9pxuUJMFRZwmvO9mqTEX/B9w+KZm3pYV9V6/i62samW0NkCjkNV/64GLAjCnNYnwrwuDZRNun/5l39Z1qxZI1/72tdc/m4/1ci/+Bf/Qj784Q8H0h1QMlg/nZ1VEJTxBbYgo72XVEV8512Ffh4zKd7GhXAghgiV+cJPlNsWuXzHiSACYas26svc4Esaw23u1bh8c7znrJJs6nAq582at/vw01o/7t24lHffra6Z3HO0ezTK333jmsaCX7+s9Vt8NUrBPWei9i0XGetR8j48pG7j5CSnP5dOibS0qqiVxQD2XxHp2qJj09weKUwPxgh3m44rmwNm+cOlfP0OSS3rlM71m0VO9Zam9m2CWmwImKt+VFZRwSHGNd6upHFfbGrHMwoxzTAuc7mumvdqXHma+WedsXnEmmBt2GZWrc/NYlTRnq/n72IamyrcJ7UwDlX7uxqwYAhzWp8I87o0UPb25z/8wz/IX/zFXzjCHceePXvkhRdemGvbApaYcuOxY8fcz4ohLrDlYodXKik+tj8fN2oqssWsGklCOFjjeBlDbdys2hDIm+4SWb25MB83xG/PfUqCIcAQU8ixD2K9Oc9c1Bshv1i8G5UAI6SGSjkW6fPH9UUNCzYK58R3G0mh7GUdIh2r1NLNB7JNHDmEnu8h5MSMx8V1IPoc9zcMGCMs8ID2oyxOOw2cC+FesyUfo+6JBGWHh+XYmTOSRXjNt2jS3nXbldCbZRPiz8svCue+B4EJDjEPSUhqV3zcmVvmOG5VnWnuF4MQU7FxKfe6at+r8blg/hHhY77YBPIJd63PzWJeV9V+/i6WsanSfVIL41CVeQ1YUIQ5rU+EeV0aKNvSjSz61q1bJ3/3Ld24lge1zIDZgPUyOjpa2XWTJLAFSUQZmzhfSCYv+TMp3hYTwoHIoujdukwJg6nnbtmrdVMH9WFpNaszx7FId21U0ku5XH9kv0hHlxJmrNsAlfOLp0U2dUfpwBqUZEOcsViv2aS5rumH5bqGZOMeDsizTc7v/usinWvUuo1VGoE3yD3XcS6bB+6anFrqSSdG2yxvNnWbIBSKw7hdWv8oAwu3T7gNE+OSG7im88qmwkxq38wVFu6kePiZRKni7YqP+2JSO66UEFOVBJwqcq8mzQWeFJN5uhfJ3CzmdVXt5+9iGZv5EDpbwEwDVZnXgAVDmNP6RJjXpYGySTeE+5vf/Ka87W1vm0K6v/71r0t3d3dlWhgQUC6KCWxhhYZ4YmkgtddcxJIgphBuP680L1K+ine8TbwAYbE28H/cqvlgLadNWHyvRXm2ubUgrQ4RGabtkGPyc7s+EePdqGXYRkNulRJ4yLapo2O1pn7LkWsvm/aT43xvJNq3oBsgstY/3PenGx//u5nUvinLXMpnKisJfrsWs9pxpcS6al3kK2ku/E2SxYTFuK7mC7U+NvN1n9T6OAQEBAQE1KZ7+Qc+8AH50Ic+JN/61rcKjj/77LPycz/3c/LBD36wEu0LCCgfpQhszbcQTlKdfu5oc0E01/f4/w0tkWU9Dt+F0QmgJbg0JomYxa8rtY+VHJvFJrw0Xyh3XMJ4BgRU7/4KCAgICAiYD9L9a7/2a7JhwwZ5+OGH3U/iEbBu33PPPc4KDvEOCCgJo6OS7r0sm9saJI0C91xj6OICW0kwga2ShXCKOIXMVggnqU24jeMaTWw4BHugT4W/cF/H3RvrM9YWrM58+I4XQdTYEZ7ygSgVlnws48SNE8vXuiJSQm/T9lIfFm/E2EzEjJ/8zneMP/OAtR2X9en6aGOTzWm+8euX9Ce/ZxokvWyV031w6rmUi/Uei/a1S/q7f4xrinlBxtuQVFa9Yrbrz8YGDwrmP0lJfw4CTszl5JwuBSyBtbbk5rRaz/caw5Ke1zpFmNP6RJjXpYFUbg7BPiMjI/Lnf/7n8vd///cuhVhXV5e84x3vkJ/4iZ+QlpYSrYjziL6+Puno6HDx6CtWrFjo5gQUVY1tqIxqbFy9PC6whWDXQrQz3iZeiHixQz18MHKvJlyjc60S0bOHlHgTh00s952PiFy7oG3BfXzjzsLyIeiQBFzKTV38/FEVYsOqzjFIOMQdUm8Y7NNriTm3x0IpY3X2iMjzjxW6hkP673hEZNOu4uNH/LmlGjOwUYALftz6749ztddMLaLUPsfPMzV4X2W/3seqkliKa20pIsxzQEBAQECV+eWcSPdiQyDdNQYsRqdedi+0E9mcHL12Q3atXCaZdJQKC+GZSgjNWJ7uYgJbs2lvpYRw/DZRlrNkZ1VZHXKN0jj1uZjqKAaceG9+hxQT921x4Yi57X2tnodVE1IPSUAcjd9RWHdpyHKqEk19WLZxUScu3JmXUyJ9PVq+ibKZkBokvdhc0I/9X9F+kAOdtGxY2sk93tQiE3c8IkdPn5VdmSHJ5DyBNMq/fFIt+xAYXzwNS761Kz7O3pqZgkqumVrETOuv2Ngw1uMjIut3qlDdHAWcJiYm5OjRo7Jr1y7J+Cr99YYltNaWzJzO1/O9RhDmtf4Q5rQ+EeZ1afDLsoXUAgIqrRqbxapbadXYUgW25lsIx28TVmms3K6OFv1AsK9fyOfxhoBePJG/Hiu4AUKF6vPm3VpWyktpRjkQb3Mx5mXSLHSkL3Ppmtbpdfzui7IBI8PF5sJXiMc1nQ/Aes3xq+cki7W1BTfnvNii2xBgkyE7oiTfj1v327UQSsO1ipnWX7Gxsdh+CHcpwoElYEmkIFpia21JzOkSFDpb8vNahwhzWp8I81r/KJt0f+QjH5n2++bmZlm/fr287nWvS8zlHRBQ8+rK84WkfmKd9F/w4+fEyYAptcfP88tJus7OL3cuiinET34/ouQ6Dr8dLm68sT4UuRcSYWzCeAYEBAQEBATUF+n+lV/5lZLFAX78x39c/viP/ziIeQTUrmpsgWthkwqbleJamHQdiB/Dejvp4t6q+bbNxT2pn1gmcesmdzHElbJWbxBZuVFjr4FrY2u+3GMv5NORufRhkTV5aEDjxs0iTSz1coTVWvN1FxtrvA+oz1muhwrbXZJCfLNIGiIcI97zoZZe7pwuVljf8WqIhwg4Ab55up8W87j7bWe92xgmYabxrPY4LOZxDggICAgIWGIom3SfP39efvEXf1H27t0r3//93y9r166VS5cuyec//3l55ZVX5Pd+7/ekp6dHPvWpT8nHPvYxp2j+S7/0S5VtfUAdqMaec1ZPPI93rGzPeyDPp2psoojO2ZnFkpKuS52eKgQ2+GKyQNnuezW/tzcOk4AooTr+6pMiYyMqMLZhh8jTX1QX7oHrSp67Nojse73IlcsiI71aLoJmuJXzf4g1vyO8hngaGDunqufbbsmPcVIb6Mfxl3TDALfk3NHCdvtq7L5QnaG5TdKrN8mOlSLpC4cL47aJKe+/opsDRgonx34mtfRYO5OuK3dOFzPoe+qM9ps1Y2Cu122v2P3ERuqOHTuSN1EX87jH287mxfWL2m4yCfiY6flU7XGocPnTzmnAokWY1/pDmNP6RJjXpYGy/8L+zu/8jnzf932fs3jfdtttsm7dOveTVGIc/+hHP+rSh+GGzv//8i//srItD1j8wCrDS2Jk9WywFz5TB54Pqw3WovjLK+B3jhdLD5R0HS/pxF33nM67dWMtO3lA5NzRQqswJBUFc4TIYuOgZTVonDfiY4zLuh1KgC+eErlxVQk5cd4XTooceEJk+YrCa3uvKPGCcEO8W5epNcwAiWcjwOK4423Awm2Eu3NNXmHcbzfA6g0Jj6dBM9XztmXS0NY2tX9YD7u2aL/ihHu6uU8aq/h15c5pPcAJ2sVDEcZmDgOYJRqSrL+LedyT2s66RPXdUueVukarPQ5VKj9xTgMWPcK81h/CnNYnwrzWP8om3X/7t38rb3vb2xK/e/vb3+6+N7zvfe+T48ePl1tVQD0Dq8zWfZJds0UOD4r76VSB58sqVopYUqnX4dIL0cWlG9du0H9Vj5G+K54oIBIa88dB1m5VF27KQskcwTSszKTg43dUzSG8WC8h03wun85bmiHHCLDhPt6xVq1xXLNpt0jHKrVQb9gp0rVRLe9Wf7wNKBi3tScLb/ntBpR511uUfG+/VX/ye9cmJwxy+PBhyZKazO8fP3ffp+f7x0qZ+/hYxa8rd04XO+gXHhZrtqn4Hp4N/OR3jleo35NzGo/VX8zjXqzteN6wvjpWl75Gqz0OVSi/6JwGLGqEea0/hDmtT4R5XRpomEuO7mPHjsmdd9455TuO8/1kJQ0NsmYNCswBAQnAYgS5bO/Vn/OZsqZc8alSxM/i5yW9KPsWSF89Fys3Fm5cyO28SbdX9spymqN7Irp+NCLdlhqMOGxzJ+/nJTx6EW9dPtWF3Ie1ATVzLOZ+Du1i7S5VIb6YOnA5isHTKQ0vVUEx65cp1xf7vtr1l/v9QmK6tmHxxnPDQirmUlYp3y90+QEBAQEBAQG1Y+l+5JFH5F//638tr776asHxgwcPyg/90A/Jm9/85sljjz/+uDzwwANza2lAQDVgYkgQZtxIe3sK3UlnI+jlu2ea+7N/nh2DNEOI25ZrXWcO5921DeTQLii7ufB3Nib8+Mum6PwCF+7GfP0QdF7Gx/iMiKQbk4XQaMeZQ5FYW0rrRdDNB7m4IePkA792aXoX/OuXRAb6RK5fTj6PYxD86coq5ZxaFeirNvyxMeGvhep3rY/7dOuokm2v9jjU+jgHBAQEBAQEVM7S/Ud/9Efy+te/Xm655Ra56aabJoXUcFHbuHGjfOYzn5k894knnpDf+q3fKreqgIDqAffrsSMah+27ViLyRczxbAS9EATD7ZsYWoTCwPJVeowYasgrRJlrjz0vQv7q9dtFes5MFShbu02kvUNjsi1eHC8ASKwTdUrryzXke+V6vZ42UweK5pBi6gaIlRFTnsFyPiLSd0UEd++b7lYhNANkhHht3Mep7/wRbTeu6dnIgo6FG8sfnvJXzxcXcDKhJ0g+bvFY7q+dLzyvFDGocgSjShVbW+yopPBXJVDL4z7TOqpk26s9DrU8zgEBAQEBAQGJSOVy8UDT0nHlyhWXCuyxxx5z/1+9erW86U1vkp/6qZ9y/6819PX1SUdHh/T29sqKFZ7wVMCCg2VITAsKjqm4ZbWawNp14kUVQJui+LxDY46LCSYlqpenE9TL+/Lq5aT1Of6iEm5SgEF+DRBnYqEtJdfZIyLPP6bEG7JOTOmJA5qGy2K4Ke+WBzXGmnYwdljRIeSUPXRD5NAzSrSXdYhcOa+EHGG17beJ3P82jf/Gwr3/K4Uq5OxBXDyqfdp8s35HrPmuO5Nf9ol1NSGzUy+79rh5zYlTpXfzaueB6JyiZZVyzmzmxgSwal1FuxR4Y1wAnuZXzop0rst7XlS439Peq7U47sXGKr6OKtn2ao9DhctfsOdvQFUR5rX+EOa0PhHmdXGjVH45J9K92BBId+2CZTg6OipNTU3z+9KHu6mLny6S2xjhpCQxscRcuY15K1P8mOXp7utREgzphdjHgbV7sxcbTTz2pZMiw4Pqcr68S8uBtGPNdCrKXq5u3MWxXqNUThvOHRE5fVDdxBF3o03OBT0lMjIgcteblUTjUo6VOw7GBbflTd0ire1K6uLq2AYbKxtTm9eJrDRlvJd5zgPROUXLKuWc2c5NveQx9sY4cc5YX2ziVKHfM96rtTbu041VfB1Vsu3VHocKlr9gz9+AqiLMa/0hzGl9Iszr0uCXFckRgpV7DDfSGNavX1+J4gOWALCyoHDf3d0tmYUQUoNg44bNx373v5+rOBjnITR2bFhkxTReIHGBMqzQfHysTRB0ShIxow24lTshNQ++RR8yn1SvgXHAak/8Oe7q5lKeBBsrb8xc5rFrA9K9erlkUrMQeqrEOdOJrS12VFL4q9L3aq2N+2yExyrZ9mqPQwXLX7Dnb0BVEea1/hDmtD4R5nVpoGzSDcn+jd/4DfnzP/9zuX79euI5S8iIHrBYMd+iRHHhstl+P1vEBdmKfV9Ku0odq0qMaaXOqVcEMa0wVgEBAQEBAQH1T7p/7/d+zxHun/zJn5Tf/d3flY985CNup/zv/u7v5HWve50TWQsIqEn4Ltu4ZkMokyy9uGjjbo7AGP8nfjruvlng4lnkHP883LxzZlmPWZSwTvrCZklIqg8Ua0NckM0Hx/keUC/1u9Rko6pQTvsyTYUu68UEnPyxcqnGohzH0wk9lSIGNR+CUaXOYS0hiGmFsZpvLMb7JCAgICAgYLGT7v/5P/+n/Lf/9t/kPe95jyPdv/RLv+SO/8f/+B/lB3/wB2XXrl2VbGfAEgAiPlWHL05maG7XWGqfJCIehggZsdhzVdaOn7exW+T4cyITmbyFGcK75768iFrJwm2npwq3+W3ANf2ON03tM4T7zkfyruvUi2hc0nmMjbWLcpPE4+JjxVzSrkyjpFFR84We7EU9qaxyzpkLylFHrwXQ92qPzULfq3UyVosF087pYr1PAhbXvRpQEsKc1ifCvNY/yhZSQ3Dl8uXLLnCchYIIS0Oklnvs2DF573vfK/v375daQhBSW+LAwv34p5Otvq0rRO57m8psI0SFxbaYpXY2ytrFlJOJHXdiaG0qiIYleTrCnVQO7XQvwmMia7ZNzRPuq3vHBdmwcPux4lY+2gxObX1ErfIooDc2FpblW7ymGyusYSu6VFK7mNBTKWJQ1RKkKlXVupZRa6JltYwwVkv3PgkICAgICFisQmrEdFMBWL58uZw5c0a2b9/ufidn98GDB8stOmAJgr2fgYEBaW9vr556LqQziXCDoT6RG1dUyRu142JN4MUTkmP/n+4cRI74mXQeRBnr9OqN0ytwG5LKQW3dRNFQJvctTn4bigmyJZXPpgOpxYr1Jy7gNN1YjY9KLpORgaZlxee1FDGoaglSFZubpD7XKhZAtGxe7tVqoNYE3moI085pPdwnSxSL9l4NKIowp/WJMK9LAxXxO7rjjjvkz/7szyZ//4u/+AvZuHGG2NSAgJhyIxs3/KwaTKl7pu9LUTsuVRF5NsrJsz2PGGpD0ktxqWWXcm6x72e4Ljs2Wv15LReVmpslhnm5VwNqZ07DfbJoEe7V+kOY0/pEmNelgYqkDPvpn/5ped/73ief/OQnndv5q6++Kn/4h39YiaIDAuZfyduUoSG1WJAhtLhRtixTF+7ZKGvPRmV6OqGipHJoC9YL4sJxVyeftp9jfDbq3uWqYdvxpDznCKpdOS/S0yeSGRZZH3NpX2jBpsWmAF4LQla0of+KyECfyPXLmkZuMbsW18KY1joW230SEBAQEBBQT6SbeG7DP/kn/0Q+9alPyV/91V+533/hF35BfviHf7gyLQwIqBRKVfImLnbsiEjPabYf8+dANrq2zE5Zu1SV6ZmEipLKgdgSc33xlEjrjbwaemOzyLrts1P3LlcNm+OpM9p2c3VnI4AY+UunVGCtcbXIxRdE2leoqNumm2pDsGkxKYDXgpCVtYG4/6F+nd9r5xevmFYtjOliwGK6TwICAgICAurNvfzEiRPy8ssvFxDvz3/+8+4TCHfAbEG8GV4SVY07MyVvCLaPuJI3MOuxD34nxZiviMxLZ8E5MUXkUs7D2hZ/+Qf8znG+L1bO2KgKsfnpx4gXT0qBNh1K7U8SXJqxsUI1+FefFLl6VlLNzdKUm5AUYmpsdqCOjqhbYjkljEMlMZc+zyfme1xmaINzrmjIuJ/z2oZ6G9PF8vxdLPdJwML8XQ2YV4Q5rU+EeV0aKFu9PJPJyDe+8Q156KGHZLEgqJcHlKTkjTgYVrwkl2ncttduzYuflaqIPN15Vl8xFKtvZFCk94oeT3KD96+rlsKztd13xR8dETn4HU0bRv3xmNC736KCdcXKKmUclpKq9UKNS621oZKot/7MB2r9PgkICAgICKhH9XKUykMu7oBKgb0fFiuLtuq78jMpeRtJhGBj3TaLN7/7389GEXm682YjVOSXQ6quhshVPskdthwhsNkqPFsdkHxrg9uwUCeaXDYrvalm6ciN5EXOiwnaLZRgU62rWteCkJVXh7tXR8ako7kxf68uNtG5WhjTxfb8rfX7JGBh/64GzAvCnNYnwrwuDZTtXv5v/+2/lT/5kz+RhcDIyIjce++90tLSIk888cSCtCGg8sqNFy5cqA1F5PkWDpqriFm55VYCSXXgERAhm07LhXS7ZP28YsUE7WqhP7WIWhgXr45sTuRC/7D7Oa9tqLcxrSHU1PM3oGII81p/CHNanwjzujQwJ0v3V7/6Vfme7/keeec73ymbNm2SxsbCF5Xv//7vl2rg537u52TNmjWOfIeXhIBFKRzku2qi8g2BySS4s7vzetUdlnjyVRtE2pZVpp2VUG5OagNeBG0dIqNDKqqWKyJYV0pZs+lPvaIWxqUW2rCY7/GgjF77CPMVEBAQEFCLpPsd73jH5P+//OUvJ55TZrj4tPjsZz8rjz32mPzt3/6tfOlLX6p4+QEBk8JBU5SNKyQclKSajCH4zGGRXOTCDnJZJdlHTuRV1JvbRHbfK7Jm89zaWSnl5qQ2YCW85TUiF06K9PaIZKYRrJuprFL7U8+ohXHx25AdW/xzsxD3eFBGr12E+QoICAgIqFXS/fjjj8t84/Tp0/KhD31I/s//+T/S2hqpSAfUBYg3a29vr524M4jn1n2VFw5KUk1GsI1j9L19FWybHSuNjR54VWT1Bs3BDRBPO/S0WqWxeJfTzpmUmylvNv0s1oYdd0jqwglp77kmqa67RNZvnzlPd7XGfbGjFsYlakOq/4q0Zy9Jau1akeWrF+/czOc9Ppf7ayk+f+cTi3C+SsWSntc6RZjT+kSY16WBskn3ww8/LPOJiYkJ+Wf/7J/Jz/7sz8pdd90lR44cmfEa3M/5+OpyVhYfW+jpdNq5qfuW+WLHOcZ3xY5buf5xEHeDL3YcVXjK9Y9bW4odL7Xttd6njRs3Tn5fE33KZCTdubbweHRd2fNErm/yHEfprNO0cXRIcih+a0MktaxT0lfOSXb4huQwgRM8m1MBBq7JDg9KrueMyKZuvaSxUVIr1xX2aWKi+DzduOpIRkFMLn1KpyTHcdoY9bvktYdr/IquwuOZFSI7b5eNO62zJc5TNO4F8xT9XNL3UzTGBX2KPceq3qeGBsl1rpWNnWtd1ECO49Eztaw+LfQ8NTVJtmFN4fFcbm7zFN3j7n6i7d59lsqNSXrgmuQa19bU2uNcnr/85Jwl9feJ+Yg9D+3ZXOx5WPN9iubJn1fOWdTzVI9rr4w+Af9erYc+1eM8zbZPIP4MXux9qsd5yk7Tp6qSbnDjxg35r//1v8rXv/51uXLlikshBj7xiU/IBz/4wYpao3/3d39XGhoa5Od//udLvub3f//35bd/+7enHD969KgsW6Zxsah6btiwQS5evOhUPg1dXV3uc/bsWRkYGJg8vn79euns7HR5yke9XK6bN292ZVK2P/g7duxw7T58+HBBG7q7u2V8fFyOHz9eMHm7d+929Z05c2byOHk2d+7c6dqH2I2BHewtW7bI1atXpaenZ/L4YuzT/9/enUDJVdV5HP/3VumkO71k7SSdDmsihAFZgnDYosAIDoog24wyKIIsxgwHjmwOMixDBo/LOCKyyu4oDIpGtogoDggMCAqGLZKtO0lnIb2kO0svqTn/W6mmurqqu6q6XtV7//f9nNOp1Kul33u/utV16973f9FoVLZt2yYTJ06UWbNmmdimlDmtahbZtiW2TZURmTa+UtZ3bpOOnl31EDp2yKTSHpnU1ytrSsdLd0mFSLd2uiukobxf6sp2ysreculZs15ka47bVD9O+vp3yoq2D/dXaWmJzJ44Xrp7+6VlZbNIVUdeXnvxXHUdp0yZEpycLL728rRN+kWmZqrv7/rcFrYprzl1d0rpjq4P21PHh9X69fzme0zs9d02vffeewOZ6geIUOQU36b6calzqq9yVfpbE94PA7NNu3LS2YHxXMeMGRPsnCy+9nLYJt0evX+8rVrYJos5ZbtN2la1HxXP1cI2WcxpTZptWrVqlXh6nm5d+aOPPtrtPN3QpUuXDvT+FyxYIPvvv7985StfkXyZP3++vPDCC+6bDKW/S0PTHXryySfLww8/nNFId3wnx8+jxjc1/vj2SX+Hzl7QxqQF+QLzjdr27SJb293IcUl5RErHT5DorvVPuY7u/MDNg0e6+3okqsc/q9pJH450r/1bbKRbjzHt2R4b6d7ZLzt3bJfo3geJTJrhCpa5bdraLv06Wq4Fm7SIWSSSfps6Nrqp6ylHunWbJs/MfqQ7zfKRcvXDay/bbRppufVt0j92mulee+3lMs3bNmlhzF2zMPR1XFJVJ6WVlcHLqX2Da+MpR7q1zU+d5WYLZLVN27dLNKEoW3zf5Gubent7BzLVLELVnjo3SXT9qtQj3WneD32/TbtySsxVP7wGOieLr70ctkkz1U5IvK1a2CaLOWW7Tcm5WtgmizntTLPu7e3tUl9f7915uq+88kpXQfzZZ59131LoL407++yz5ZJLLslrp3vJkiWDdtjy5ctl7ty58uSTT8pRRx2V8jH6za7+JNNg4p335BCTZbs8+XlzWa77Mpvl+Vr3Ym+T/v74OgRim7o7pCz5WMC2dVLSsLuUpShG5tZFj4Ftax30mFKtSh4ZI9LfKzJ2fOwT3/gJUloxRqSkVD/9xQqt9WwX6WqTUr2Prs+mZpGSNbHlFZGBemVStm5QQbQh6149QWTzOilLUbm5pLxCynQdkx4zmtfeaHKlPfnvPSL+gSD+gS8vOXW1S0nrisGvybbY61i/hArU+15CG3d5lAytjJ5VTl3tUprifUb3TWmaooe5bFM808T7+O21l27dR7Vc8yhfm9X7oe+3KSGPxDabuNyrdee93PvPe6naKjkF/7WXTa5B2aZslpcZ3KYh95McPf7443LHHXe4DneyOXPmyBtvvCH5pCPael7u+I9ejy9PPlUZUPTiOwlTZ1JWTdYP33E7+0Wm7iYyaWbsVGFqzFiRWfuKTN8z1qnWbwC72mKd8r0OjHXQtQDb+pWxzreeZmw06xDkStQIZ1vyq3y2L2v7xo94PwQAFEDOI906hN7U1DRwPXGkW6dJ5DhrHSEVPzYp8XXkazrVM9U5fpUu19sjU7Ormhx/3sRlfT0im9eKbGmLVf/WTrd2uJWe07t31+ET27sGn+or13XIc4c7cLmi8JmOpi35Vb7aV4H2TejbqR/ODuCB0OdqEJnaRK7hkHOnWzvczz//vJx44onueuIHMC2spsdwemnPPfd0BUJSTR9H8OjUDC1eEBj6wWw0t+uHuVQflpOX6f3GzRbZ2OKmhA90uN3vSBrdztc6hDlXFD7T0bYlv8pH+yrQvqGdFub9sNDI1R4ytYlcwyHn6eVnnnmmO2e2FjdL9Nprr8lll13mqpd7STv5Os2cETQb9Hj9devWDSmM4Fs6EjKa2/Px++JT0VXyVFYv1iEMuaLwmRa6LQVJgfYN7dQmcrWHTG0i13DIudP9jW98w4126Pm69VJfMDq6ffDBB7tRcO14A5nSwxHip5gKBJ16mKqjm1AsKS/0mE2teK6VybdvjZ2zW0e7d2wTKS0X0SJs7oTJO0U6NrmiS24EPNd1iP8+HVlv25D5MaNpHhe4XP0i1xwKIO+ZFqotBVGB9g3t1CZytYdMbSLXcMh5evm4cePk97//vdx+++2yePHigXOY6ej3xRdfPFDoDDBdfCe5yFE+i5FpBzrx+SPjRFb8OVZALVIZq3I+pir2/84PPnzc9m6ROfOyX4fk3+e2Z82gSuhZP06PQUdhcgiqQrSloGLfAAAQ7k630uOpFy5c6H6A0PGy+E5y1WLtaG9YsauQWp/IuJrYSPe2LSKV40QmTRfp7YlNOa+ojJ0ruGZy5usyUpVk3c5UzzXS42Z8JNc9EE655hB0RgtZ5QX7BgCA8E4v1452vk8LhvDSY/N1pkTgjtHXTkH9VJHJjbHLfHUSkqsWxyuV6zRyPR+gnsNbzzmoU827O2LL9TRjZRWxU5DFKxvn+vsSDfdcIzyuZFtHMHMtllxzsNBWvWpLFni8bwL7/othkas9ZGoTuYZDzp3uO++8Uw444ACZN2+e3Hbbbe4YPyDnF2JpqfvQl+kJ5s1LrkqcWKk83gFL7Jwl357qObL5fZnePsLjSvv7yNVYJW/aqj1kahO52kOmNpFrOOTcw1m7dq384Ac/kL6+PncctxZT++d//md3ujAgW1qIr7m52V9VrjMpZrW1S6TlPZHlb4i0LItdz4fkqsSJlcrjx7smFlhKvj3Vc2Tz+zK9Pb5cp7/HC7zppV7XXEvL/JernwWgkrcv2ypGhUxtIld7yNQmcg2HnDvd9fX1smDBAnn99dfdacLOPfdc+fWvfy3z5893VcwXLVqU3zWF+cqN3d3d/qlyrcWsVi8V2bA6dn7sDati13V5nHbGX39G5L1XRVb+VeS9V2LXdXm+qxbrcdo6pVzpbIDK6thPfKq53j6aysa5VknW5SWlseONW1eKbGqJXer1klKJjqvzV65+F4BK3r5rqxg1MrWJXO0hU5vINRzyMpf3wAMPlFtuucWNfj/00EOyY8cOufrqq/Px1ID/ilnp7TqirZ3tHVsH30ev6/LRjnjHqxbHO2B6nPbkJpEx40TqG2Ij2/ozaabI1N1jt4+m6nPy78vmuXq2x0a3E+l1XY7sjCYHAAAA2Ktenmj9+vVy//33y9133+2mHtbW1ubrqQH/FbPS4mXJHe44Xb55rci42fmvWty0j8iO7sEVnuPrPNqqz7lUSdb7VkREJs8S2d4V2z/aQdRReP1SYGvCzAB4lwMAAABsdrr1eO4nnnhCfvzjH8vjjz/urh999NFulPv000/P31oiFEUkGhoa/FFILZNiViON4uZrlFc7WpGpg5eNq05xv6ne/b5M9pV2sFOcQ1oLqfkm1yDJNoewtlXkBZnaRK72kKlN5BoOOXe6r7jiCjey3dra6j6AXXbZZfLlL3/ZHc8N5HK6hLq6oZ023xaziiQdQ51spNszpdPUddRcO/GRsSITpqXudPt0X5VURPyTK+y1VeQFmWZBDy8amIUSEamq8+0sFHK1h0xtItdwyHmo4jvf+Y4ccsgh8thjj7np5P/xH/9Bhxujqty4fPlyf1REzqSY1YTpseOrU9HlevtoeVmorUD7aufYWv/kCnttFXlBpnkssOkj5GoPmdpEruGQc6d79erVsnjxYjn55JOlPOl0RS0tLXLDDTfkY/0QosqNPT09/qiInEkxKx1tnn3I0I63Xp8zb/Sj0V4XaivQvopWVPgnV9hrq8gLMs1TgU2fIVd7yNQmcg2HnKeXT58+eCRPj+fW47rvuusuefLJJ6W/v1+uueaafKwj4M9iVpMbY1MLB6Z/V8ZGuPMx/Vuf0+tCbYXYV/0JVdUBwHKBTZ/WYQAAGKhertMMtWL5PffcIxs3bpTDDjtMrr/+ejnxxBPzs4aAn4tZaQfbi85voQq1haDwFwAUpMAmAAD57HTrebj1WO4777xTnn32WZk2bZqsW7dO2tvbOVUYcq7c2NjYSEXkuEIVavMYudpDpvaQaZ4KbPoMudpDpjaRazhkdUz3W2+9JZdeeqnMmDFDzjrrLHcMwiOPPCKrVq1yt3NuboymcmN1dbW7DDw9tq9tfazgWduGzI/1S3xcxTiRyqrMCrXl4/dl87iw5pqLAuzjQgt9pgaRaZ4KbPoMudpDpjaRazhkNdI9d+5c17E+55xz5OKLL5Y5c+Z4t2YIFa0B8P7778uee+4pZWVlElhaxTa52E7ZmlixsRTnsR72cbWTtaSlSM+29IXa8vn7MnlcWHPNRYH2caGFOlOjyDSLopFD2nRCgU2fIVd7yNQmcg2H8my/idEXhk4v1x8gnwJ/CqKRqttqsbFUH8zSPU6nK06ZFRvx7tsxtFBbvn/fSI8La665KPA+LrRQZmocmeapwKbPkKs9ZGoTudqX1fTyZcuWyYIFC+SXv/ylHHDAAXLkkUfKT37yE3f6GCD0Mqlum+3jov0i4+tE9thfpHH24MroXvy+4R6HzLGPAZu0g10/NXb2Cr30cYcbABDQTrdOJ1y0aJE0NzfLz3/+czfV/Oyzz5aZM2e621tbW71aT8BuddugPA6ZYx8DAAAgl053XHl5uZxyyinuvNwrV650x3fPmjXLnbv7wAMPlKuuukqee+65XJ4aIa7cuPvuuxevenkmBa9Guk+u1W2D8rgg5losAax0nKnQZmoYmdpErvaQqU3kGg4lUS1BnqdjEZYsWeJOI7Z48WLp7e111c39pLOz043Od3R0SE1NTbFXBwn0taKvIX3jKXil65QFr8oHF7zK5D7aCV+9NPXUbb3vcMdYB+FxQcu1mAq4jwsttJkaRqY2kas9ZGoTuQZbpv3LvA1V6AewE044QR599FFpaWmRm2++OV9PjRDQD/FaM6DghSRGKnilt2dyn8TqtsmnlRmpum1QHhekXIutgPu40EKbqWFkahO52kOmNpFrOGRVvTxTU6ZMkcsvv9yLpwaKU/BqpPtEpo6uum1QHofMsY8BAADgVacbCFXBq+T7aMc13gnPRlAeB/YxAAAAMkanG+GWj4JXAS6KBQAAACAghdSCgEJq/lW0IhKZFLxSxSqKpes3MAU8IjJmnMiO7g+vV9Vl9ruTn8frx+1CcRB7yNQnRtk2E5GpTeRqD5naRK7h6F8y0g3f6Ovrk0ihjymOF7xKV5k8vj6Z3Cffkiumb++OLZs4QyT+vUTZmsEV1DN5Hq8f54dc4SkyLbI8tc1EZGoTudpDpjaRq32caBW+oKPcK1asKE5F5HjBqylNIhOmxS71euKH10zuk0/JFdP7+kTaWkV2bBXZuFqktCx1BfWRnifOq8f5KVd4gkyLLE9tMxGZ2kSu9pCpTeQaDox0A5kWFStk4bHkqurbu/RdOfb/3h0ivdtFyipSV1Af7nkSefE4AN6ibQIAEDiMdAN+lFwRPbkDrCPfw91/pOVePQ6At2ibAAAEDiPd8A0touYrRSo+lrIiuh4/Puj28uHvH1+HbVtix39WVg99TKrHjbQ809v9nCtGLZCZ5rHwWFHlsW0GPlOMiFztIVObyNU+qpcDGRcqKs+x+FgGjxupqrqObG9cFZtiXjEm9nw7+1NXUE9cBz322/2/V6S+QaSyKrPK65lUdQ9ihwXhlK926Qe0TQAAAle9nK+24ZvTJXR1dbnLoity8bFBVdXjI9w6Sq2dZj1lmBZxS+xwJ1ZQT14Hvd/kptjx31qILT4tfaTK68m/P8eK7b7KFXkRuEw9KDxWVHlqm4HOFBkhV3vI1CZyDQc63fBN5caWlhZ/VLnOpFBRPh+XTnLF9KZ9RA48bvgK6qnWQU8vph/G9f5VNZlXXs9DxXZf5Yq8CFym+W6XfpDnsykELlNkhFztIVObyDUcOKYb8HPxsVQV08dVZ/87dMRbR7urakXqs6g6XsiK7YAXrBYeo20CABAYjHQD+SpU5FGBo6z4YR0AP6FNAACAIqPTDV8oKSmRSCTiLouuqn7o8ZJxulxvz+fj8skP6+DXXLOhx/m2rRfZ2CLStiF4x/16KHCZ+qxN+FHgMkVGyNUeMrWJXMOB6uWAH6uXj4Yf1iHI2H/2kCkAAChi9XI63fBN5UZ9seqL1jejLYPO66vHQ9fncJ7uLB6XT35YB7/mOhxOx2QvU5+1CT8KbKYYFrnaQ6Y2kWs4Ot0UUoNvKje2trbK+PHjpaysTAJdqMgPBY78sA5+zXW0la59sF+LKXCZ+qxN+FFgM8WwyNUeMrWJXMOBY7oBwHqlawAAABQNI92wZdAU0ohIVR1TSJE5Kl0DAAAgz+h0wxf0OMKqqqrRHU+YsljSGgqIBT3Xgle6Xpt6ijmVroOZKUZEpjaRqz1kahO5hgOF1GADBbCQL1S6BgAAQB4LqXFMN3xTRGLTpk3u0rMCWAhersWgp1VrmisypUlkwrTYpV7ndGvBzRTDIlObyNUeMrWJXMOBTjd8c7oE/SCvlzmhAJbNXItZ6bp+qsjkxtglp5YKfqZIi0xtIld7yNQmcg0HOt2wgQJYAAAAAHyITjdscAWw0tQFpAAWAAAAgCKh0w3fVG7UIgQ5V0TW6b8Nuw/teOt1Xc704KIYda7wHTK1h0xtIld7yNQmcg0HqpfD8Hm6K2Ij4HS4AQAAAOQZ1csRuMqN69atG31FZApg2cwVvkGm9pCpTeRqD5naRK7hwPRy+KZyo57fjorItpCrPWRqD5naRK72kKlN5BoOaSpPAQWeEr7lA5HuTpH2jSLjJzAlPJSHA0REqurIHrCENg4AAJ1uFFlXu0jrCpHeXpFtW0Q2rBZpWxcrflZdV+y1QyGy7+/7cFnZGrIHrKCNAwDgML0cxR0B2dXp0uLWk8aNcZeuE6bL9XYEviLnpEmThlYvT8h+ELIPbqYILE8ypY0XHW3VHjK1iVzDgU43ikenFe/qdJXqh76qMe7S0eV6OwKttLTUfZjXy3TZD0H2wcwUgeVJprTxoqOt2kOmNpFrOPCpCcWjx/HusjMaleaOre4y1e0IbkXO5ubmodXLR8qW7IOXKQLLk0xp40VHW7WHTG0i13CgkBqK+OqrGPiv9rW7e/rcpZQMvR3BrcjZ3d09tCr9SNlayd5gEam0mSKwPMk0LG3cx2ir9pCpTeQaDnS6UTxV9SJla1NPMy4rj90Om8KQPUWkEGZhaOMAAGSI6eUoHh3x0yrl+gEskV7X5QEfEUSIs6eIFMLOehsHACALjHSjuPS0YE1zpbRrszRUdkppbY1INefptlQcpKGhIXWBpl3Zfzj9uiI2+mXhw3gmRaQiU8VcpggkzzK13MYDgLZqD5naRK7hQKcbxReJSMmEBqmb0FDsNYEHp8GoqxvmfOv64Tugnc+wFpEaMVMEjqeZWm3jAUBbtYdMbSLXcGCoAr6p3Lh8+XIqIhsT2lwNF5EKbaaGkalN5GoPmdpEruHASDd8U7mxp6cneBWRva5OHfDq14HNdbQMF5EKbKYBb0teCmymGBa52kOmNpFrONDpBvxanZrq18EvIjXk9UERqaKgLQEAgCJiejngx+rUVL8OvngRqSlNIhOmxS71ej6+kEHmaEsAAKDIGOmGbyo3NjY2BqcistfVqY1Uvw5crvlmsIhU4DI10pa8FLhMkRFytYdMbSLXcKDTDd9UbqyurpbA8Lo6tZHq14HLFfYyNdKWvBS4TJERcrWHTG0i13Dga234Qn9/v7z33nvuMhC8rk5tpPp14HKFvUwL0ZZ0CnvbepGNLSJtG0Z/eEmBBS5TZIRc7SFTm8g1HBjphm8E6hREXlenNlT9OlC5wl6mXrclI0XaApUpMkau9pCpTeRqHyPdwGiqU+uH9kT5qk7t9fMDYeFlW6JIGwAAyAAj3cBoq1MPnPu3IjZqlq8OsdfPD4SFV22JIm0AACADJVE9I3tIdHZ2Sm1trXR0dEhNTU2xVwcJ9GXY09MjkUjEFZSADeRqD5km0GO4N69Lv7P0VHGTG8XvyNQmcrWHTG0i13D0L5leDt8oL2fihUXkag+Z2ip4qMjUJnK1h0xtIlf76HTDNwUkli1bRiEJY8jVHjJNLtKW5svCABU8JFObyNUeMrWJXMOBTjcAALmg4CEAAMgA83kBAMgVBQ8BAMAI6HQDADDaEe/IVPYhAABIierl8E3lRj2mpbS0lOrlhpCrPWRqD5naRK72kKlN5BpsVC9H4PT19RV7FeABcrWHTO0hU5vI1R4ytYlc7aOQGnxBR7lXrFhB9XJjyNUeMrWHTG0iV3vI1CZyDQc63QAAAAAAeIRONwAAAAAAHqHTDd/QImqwh1ztIVN7yNQmcrWHTG0iV/uoXg4AAIbX0yPS3SbS1ytSHhGpqoudKg0AgBDr7OyU2tpa6ejokJqamrT3Y2gRvjldQldXl7uEHeRqD5mGMNOudpHVS0U2rBbZvE5kw6rYdV0O36Kt2kOmNpFrONDphm8qN7a0tFC93BhytYdMQ5apjnC3rhDpTzqlo17X5Xo7fIm2ag+Z2kSu4UCnGwAApKZTypM73HG6XG8HAADDotMNAABS02O4R3M7AACg0w1/KCkpkUgk4i5hB7naQ6Yhy7S8YvgHj3Q7ioa2ag+Z2kSu4UD1cgAA/KyYlcP1d2vRtFRTzMvKRZrmFq+KORXVAQBFRvVyBK5yY3t7O9XLjSFXe8i0wApQOXzYTLVD3bB7rIOdSK/r8mJ1uKmoPiLaqj1kahO5hgPHdMM3lRtbW1upXm4MudpDpgVUoMrhI2ZaXRcb0Z7SJDJhWuxSr+vyYqCiekZoq/aQqU3kGg5JX10DAIDAVA6PTC3MuuiIdqF+V5D2CwAA1jrdHR0d8sgjj8g777wjU6ZMkdNOO0322GOPYq8WAAD5R+Vw9gsAwITATC9/4YUX5IADDpCXX35Zpk2bJkuXLpV9991XHnvssWKvGvJUubGqqorq5caQqz1kWkAFqhweuEypqG4zV4yITG0i13AITPXylpYWqampcT9xF110kTzzzDOybNmyvFaXAwCg6PxcObyY2C8AAJ8wV728sbFxyIbss88+rvgLbBSR2LRpE4XUjCFXe8i0gApUOTxwmfq1orrPBC5XjIhMbSLXcAjUMd2J+vr65L777pP58+envc+OHTvcT+I3Eaq/v9/9xKd0lJaWuhd84qB/uuW6TG9Ltzz+vInLVfIfvXTLy8rK3PMmLo+vS7rlma67n7dJf8eGDRvcN0VWtinXdbe0TSPlGsRtGmm59W3S917NVL8EraioMLFNvs6puk52Nu4j0YHzdFdISVW9lFZW5m2bEjPV9Q5ETlW1UtI0V/q3fDCwX2RcndsvkrQuYX3tJeZaXl5uYpss5pTNNsX/psbbqoVtsphTttuUnKuFbbKY085htsl0p3vhwoWyYsUKV1gtnUWLFsl11103ZPn7778v1dXV7v/aGdBjxNevX++mBcRNmjTJ/axZs0a6u7sHljc0NEhdXZ2sXLlSehJO16Ij8fqc+tyJO3/33Xd3f+ySp8Dvvffe7g+ibkNieLNnz3a/T6fTx0UiEVcwTtcvcWRfj9WaOXOmbN682X2bHRfEbdLn1+1Yu3atzJo1y8Q2Wcwp222K56o/U6dONbFNFnPKZpu2b9/unu9vf/ubNDU1mdgm3+fU1jZ4m6IVMqmyMm/bpFnGM9V1D1ROH2xJ2KYOXnsJOa1evXog18rKStqTkfeIxLZqZZtC816eZpv0s29irha2yWJOa9Js06pVq8TUMd2JrrjiCrn99ttlyZIlcuihh2Y10h3fyfGp6nxT449vn/R36JuNNiYdPeMbNRvfEo6UaxC3aaTl1rdJ/9hppnvttRcj3UZee729vQOZBmak20h78nKbEnNlpNvGa08z1U5IvK1a2KagtCcvtyk5VwvbZDGnnWnWvb29Xerr60c8pjtwne6rrrpKbr31Vtfh/tjHPpbVYymk5l/6QtZvlnQ0NN6gik6/iRuY0hkRqaor/rGCflynoOWKUSFTe8jUJnK1h0xtItdgy7R/GahO9ze+8Q255ZZb5Omnn5bDDjss68fT6UbGutpFWlcMrhocL9JTXVecHenHdQIAAABCqtNa9fJHH31UbrrpJndu7nvvvVcuvPDCgZ9t27YVe/WQh2/51q1bl3ExAs9Hk5M7t0qv6/KEY1FCvU5ByxV5Qab2kKlN5GoPmdpEruEQmEJqenqwH/3oRylv03n8CDadcKHfEE2ZMqXYqxKbvp3qvLhKl+vtkamsU9ByRV6QqT1kahO52kOmNpFrOASm060j3PoDeE6Plx7N7WFZJwAAAAB2Ot1Awej5XkdzuxeG+52lZSI7topsbAlEcbWiFpQLWCE6AAlovwCAgKLTDV/Qkvt6Djy9LLqqepGytamnmGvhMr3dL+ukZRA3rBapmypSvuucgmVrfFNczZNcUxaUy2Cbc30c/NtWEZ5Mab82c0VWyNQmcg2HwBRSg216Oin9cOCL00rpyKd2xLSDnSheKbwYI6Op1klHuD9YE+swlpf7srha3nPNtaBcQAvR+ZGv2irCkSnt12auyBqZ2kSu4cA7MXxTubG5udk/Va61I9s0V2RKk8iEabFLvV7MEdHkdRpbHRvhrqxKX/DNWq6ZFLnL5+Pg/7YK+5nSfm3miqyRqU3kGg5ML4dvKjd2d3e7S9/Q0eVCVynPZp3cMdy7ppT7tLha3nPNtaAchehst1XYzpT2azNXZI1MbSLXcGCkGwgqPxZ88+s2h3FfAZlO3W7fINLdKdK+0Z+HWtB+AQABR6cbCCpXXC3NZJViFXzz6zaHcV8BmRQnW71UZEOzyLYtsaKMel2X+wntFwAQcHS64ZsiEg0NDRR8CXrBN69zzXWbA7CvgoK2akRCcbLSEpGG8ZXu0pfFBWm/OaGt2kOmNpFrOJREQ3SwT2dnp9TW1kpHR4fU1NQUe3UAD85dWxEbFbLeicx1m8O4r4BU2tbHRrbT0YKN9T6raUH7BQAEtH/JSDd8U7lx+fLlVFnNhXYa9cPx5MbYpY86kZ7lmus2+3hfBQVt1YiE4mQ7o1FZ3tbtLlPd7hu036zQVu0hU5vINRzodMMXdMJFT08PVVaNIVd7yNSIhOJk2tfu6et3l6luRzDRVu0hU5vINRw4ZRiA4Bk0zTQiUlXHqDWQdXGytanPX09xQQAA8opON4Bg0crKuwpADShbEyuIVl1XzDUDgiNenEzb0s6EqeQUFwQAIO/odMM3lRsbGxupXm5M3nNNqLg8SLzictNcRrw9Rls1RL+kaporpV2bpbGqS0qrq0WqJ9CGjKCt2kOmNpFrONDphi+UlJRItX7ggyl5z1WnlKeaDqt0ud4e8VnFZWNoq8ZEIlIyocH1tWELbdUeMrWJXMOBQmrwhf7+fnnvvffcJezIe64jVVT2Y8VlY2ir9pCpTeRqD5naRK7hwEg3fCMvp5WiwJbv5PV0YSNVVPZbxWWjr8e8nwIORUemNpGrPWRqE7naR6cbdlBgy74gVVzm9QgAAACml8OMkQps6e2wU3FZO9iJ/FZxmdcjAAAAdimJ6hnZQ6Kzs1Nqa2ulo6NDampqir06SKAvw56eHoloUZ+Skuz3Tdt6kQ2r098+pUmkngJbgcs1o2nbFbERbr90uI2/Hj3LFEVDpjaRqz1kahO5hqN/yfRy+EZ5+ShejhTYsplrOtrB9nOVcuOvR08yRVGRqU3kag+Z2kSu9lG9HL4pILFs2bLcC0kErcBWSIw616Ay/HoMbaaGkalN5GoPmdpEruFApxuGCmylGX3zW4Et2FfM16NOvdfp7RtbRNo2UM8AAACgyJgjCFsFtpKLqfmtwBbCoVivRyqmAwAA+A6dbthRXSfSNNffBbYQHoV+PY5UMV3XhbYAAABQcFQvh28qN+oxLaWlpVRENoRc7VVMJ1N7yNQmcrWHTG0i13BUL+eYbvhGX1/SCB1MIFd7FdPJ1B4ytYlc7SFTm8jVPjrd8AUd5V6xYkVhKiJTaKowenpk5+ZWWfHXv8jOzesp6GWkYnpB2yoKgkxtIld7yNQmcg0HjulGuFBoqrD7ubdXZNuW2LTntnWxImJ6rDM8qpi+dugx3YoK/gAAAEXDSDfCY6RCU3o72M9Br5iefKoyKvgDAAAUFSPd8A0touYprSKdahRQ6XK9PTL6QlOhl7SfS0tL2M/GKqZ73lZRcGRqE7naQ6Y2kat9VC9HeGxsEdm8Lv3tE6aJTG4s5BrZxH4GAABACHRSvRxBO11CV1eXuwx6oanQS9iPLteevsG5sp8DrSBtFQVFpjaRqz1kahO5hgNzBOGbyo0tLS3eVkR2habSHFFBoSlP9vPOqEhLx1Z3yX62oSBtFQVFpjaRqz1kahO5hgOdboQHhabYzwAAAECBUUgN4VKgQlOhF9/PWz4Q2dosMmWmyPiJ7GcAAACEDp1u+EJJSYlEIhF36TntYFOlvCD7uaR+qkQ6trlLoeK1CQVtqygIMrWJXO0hU5vINRyoXg4AAAAAQJaoXo7AVW5sb2+nIrIx5GoPmdpDpjaRqz1kahO5hgOF1OCbyo2tra1URDaGXO0hU3vI1CZytYdMbSLXcKDTDQAAAACAR+h0AwAAAADgETrd8E3lxqqqKioiG0Ou9pCpPWRqE7naQ6Y2kWs4UL0cAAAAAIAsUb0cgSsisWnTJgqpGUOu9pCpPWRqE7naQ6Y2kWs4ML0cvjldgna69RJ2kKs9ZGoPmdpErvaQqU3kGg50ugEAAAAA8AidbgAAAAAAPEKnG76p3FhbW0v1cmPI1R4ytYdMbSJXe8jUJnINB6qXAwAAAACQJaqXI3CVG9etW0f1cmPI1R4ytYdMbSJXe8jUJnINB6aXwzeVGzs6Oqhebgy52kOm9pCpTeRqD5naRK7hQKcbAAAAAACPlEuIxM8BrXPv4S/9/f3S1dXlsikrKyv26iBPyNUeMrWHTG0iV3vI1CZyDbZ4vzLez0wnVJ3uLVu2uMuZM2cWe1UAAAAAAEb6mXompnRCVb1cCxWsXbtWxo8fz6mpfPgtkX4Z0tzcLDU1NcVeHeQJudpDpvaQqU3kag+Z2kSuwaZdae1wT58+XUpL0x+5HaqRbt0RjY2NxV4NDEM73HS67SFXe8jUHjK1iVztIVObyDW4hhvhjqOQGgAAAAAAHqHTDQAAAACAR+h0wxfGjBkj1157rbuEHeRqD5naQ6Y2kas9ZGoTuYZDqAqpAQAAAABQSIx0AwAAAADgETrdAAAAAAB4hE43AAAAAAAeodONgjnvvPPcedKTf44++uiB+zzxxBMp77Nx40aS8onf/e53csYZZ8jMmTPl7rvvTnmfP/7xj/LJT35S9txzTzn22GPlt7/9bU73QWG0trbKjTfeKPvss48cfvjhQ27X0h8///nP5dOf/rTMmTNH5s+fLz/+8Y/d8kR77bXXkLZ7++23E2MR9Pf3yy9/+Us54YQTXA6p2pdmnpxXqvz1efR9WvPV18Bf/vKXAm0Fkr3//vty+eWXu/fNf/zHfxxy+6233pryb6i+X7e3tw+091T3efrpp9nhRfDGG2/IueeeK/vtt58ceuihcuWVVw5klUj/3n7sYx+Tvffe22W/cuXKnO4D73V1dcm3v/1tOeaYY9zf1VNOOcV95sn2Pi+++GLKtvruu+8SYwCVF3sFEB4333yz/Nu//dvA9Z6eHvnoRz8q8+bNG1i2detW2bJliyxdunTQYydOnFjQdUVq9913n9xzzz1y4YUXyjPPPOOySvbWW2/JcccdJ1/72tfcH5Rf/OIXcuKJJ8rzzz/vPlBkeh8UjnaiTz31VPfH/6mnnhpy+/333y+/+tWv5IILLnAf5l599VW56KKLZO3atfKv//qvA/draWlxnWz9EiWurq6uYNuBD91www3y+uuvyxe/+EX34Xvbtm1Ddo9+sNc8H3jggYFl5eWDPxYsWbJETjvtNNdOP/7xj8sPf/hD93p588033Yc/FI5++axfougX2NpBS/Vl9Nlnny2f+cxnBi07/fTTpbS0dKAt9vX1yZo1a+T3v/+967zHTZo0qQBbgUSa4TnnnCP/8i//Ipdeeqls3rzZ/f9///d/3Y/mpu666y739/LOO++UuXPnynXXXefaoX5Wqqqqyvg+KIxLLrnEfW7V9+HJkye791jN4rnnnhv4YjOT++zYscO1Vf3ypKysbOD5GxoaiDKItHo5UAw/+9nPdJgs+tZbbw0se+SRR6K1tbUE4lN9fX0D/584cWL0e9/73pD7fOlLX4oefPDBg5Ydc8wx0VNOOSWr+6Dwud5www3RWbNmpb090dVXXz3kvmPGjIkuXrzYwzVFpuKZtbW1uffZVLlcdtll0U9+8pPDPs9RRx0VPfPMMweu79y5Mzpz5szo17/+dcIosP7+frf/1TnnnBM99thjR3zMihUroiUlJdF77rlnYFlzc7N7Tbz99tueri+yyzTuj3/8o8vnzTffdNf19qampugVV1wxcJ/Ozs5oZWVl9Ic//GHG90HhpPqbedBBB0UvuOCCrO7zu9/9zr0Went7PVxbFArTy1E0Og3qyCOPdNNqEnV3d8v+++/vvsnXERodFYU/JH7Tmo5+S3v88ccPWqajM3/4wx+yug/8k2uq23t7e6WiomLIch2t0WnIOpMhcQQV/mur6pVXXnGHDBxyyCFulCxx9FRnI+n0xsS2WlJSIn//939PWy0CHfXU/Z8NnZk0fvx4d0hQss997nMye/Zs+Yd/+AemlvsoU31vVfH3Vx3lXL169aB2qJkeccQRA+0wk/ugcDL5m5nN31V9f953333drKM//elPHqwxCoFON4pC/zjo9OTzzz9/0HKd2qgf2vWDgv7om89BBx00ZLo5/EunGCdPfZo6dap88MEHbqpUpveBf+kHPJ1G/k//9E+Dluv04+9///uyePFiN1394osvdlMc4U/19fVy7bXXuuP1v/Wtb8lrr73mjgfVYw3V+vXr3VTkVG1VpzzC33bu3Cn33nuvfP7zn5dx48YNmXKux39r9jqVVTveDz30UNHWFR/WYrjmmmvk4IMPdl+IxP9equHaYSb3QfH893//t/z1r3+Vs846K6v76JcyX/3qV93f2wcffNDlq+/Rycd+Ixg4phtFEf/2Xf/wJzr55JPls5/97KBjiPVNaNGiRe4NB8H4oJd8XGj8m1v9QJHpfeBP+sXISSed5L4MSzyeO14IMT5qozNY9Djiq6++Wq666iqJRCJFWmOko9nE89JjQA844ACZNWuW66gtWLDAtVOVqq3STv3vN7/5jfuCO/nL7RkzZsjDDz88cF1nlWnHTL+A0Q46ikdrZejsPu1UxdtmJu2QtupfmqXWYdAvoHXmQTb3OeqoowYVG9a/u1pE7frrr09ZfwX+xkg3Ck4rHmun+wtf+IKMHTt20G3J06z0un6r9/bbbxd4LZErLQiyadOmQcv0uhZyiY+2ZHIf+I8W+dHpizpCqqPZydPgktvvYYcd5qYoa8Vl+E9yXlrURwurxd9vtbCW3idVW9U2DP8fwqUjpgceeOCg5ammqGtbXb58OTONiki/6NKZBzoLUNthXLytDdcOM7kPCu/ll192RWIXLlzoZjBke590bZXPxMFEpxsFp39QVq1aNeTb93T0g8CECRM8Xy/kh1Yff+GFFwYt0yqsiVXqM7kP/KWtrc11uPVLkSeffFKqq6szartKO+nwPz2esLm5eeD9Vr8E0+MIU7VVzjLg/xkpeqq3bP7OaptmRkpxaIdLpxfr5yOdcZJIp5lr5fnEdqiHfbz00ksD7TCT+6Cw/u///s+dFlXP9qKzNXO9TzI+EwdYwUq2AbucccYZ0Xnz5qXcH9/85jejr7/+uqvEqZUdf/CDH7jKjT/96U/Zfz6Trnr5kiVLouXl5dFf/OIX7vrTTz8djUQirjJ9NvdB4aWrXt7e3h495JBDokcccUR0y5YtKR+rWT744IPRrVu3uut/+tOfXDXdk046yfP1RnrDVS+/6KKLoqtXr3b/11zPO+88V+34nXfeGbjPrbfeGh0/fnz0pZdecu/Ld911V7S0tDT66quvstuLaKTq5d/97nejVVVVroJ1sjvuuCP6xBNPRHt6etz13/zmN9GamproJZdc4uk6IzXd7/r3VD/7pHP55ZdHp0+fHl22bJn7bHTttddGx40bF21pacnqPigMfX/UM/EkVpPP5T6LFi2Kvvjii67Kvf488MAD0bKysugtt9zi0ZrDS3S6UVCbNm1ypxXSP/qpPPfcc9HDDz/cfQDQD39777139KGHHiIln1i6dGl0xowZ7kc/eOsfDP3/l7/85UH301OU1NfXuw99+oH95ptvHvJcmdwHhXHaaae5HLXd6R/0eMZ6aiH1ne98x3XcJk2aNHBb/Cd+2pP169dHzz//fPeaiP8sXLgw2tHRQYxF8Pjjj7t89EO4Zqcf6vW6frESd++997r3WM1K35f1vVdPV5Tq9HD64V3b6pQpU3hPLiL98ktz1Dw0M/1/qi/K9ttvv+i5556b8jm0U3bqqae6993q6mqX6fXXXz/QCUfhvPvuu659ag7J761PPfXUwP127Njh/s7ql9Oa/W677ea+LEmUyX1QGMcff7zLNTnTs846K6v7vPLKK9FPfOITrq2OHTvWtfXbbruNGAOqRP8p9mg7wkMrU+spabQCY3JRkERbt251x7IkH/ON4k8/1YrGyTQnPR40kRZ40WOAdWpxuqwzuQ+8p20yVdX4adOmudOaaDXr9vb2lI9tbGwcdF0L+nR0dDClvMi0iJ1OMU6mBSxra2sHLevs7HSHDQzXBvXYfM1V27lW1EVxtLa2umnDifRvpRZHi9OPdVoYTd9X9RCBdPR59G9tTU2Np+sMGTYDzTQVralQWVk5aNn27dvd+7G2w3Snj8vkPvCWHkuvOSTTPDXXTO8Tp/fTv63UvAk2Ot0AAAAAAHiEr6sBAAAAAPAInW4AAAAAADxCpxsAAAAAAI/Q6QYAAAAAwCN0ugEAAAAA8AidbgAAAAAAPEKnGwAAAAAAj9DpBgCgiL74xS9KY2OjLzP46le/KkcccUQotjVXX/rSl+T4448v9moAAHyMTjcAwLSPfvSjUlJSMvAzduxYmTt3rtx4443S09NTkHU466yzZLfddpMgeeutt+SOO+6QG264YdDySy65xO3H0tJSWbly5ZDH9ff3y4wZM9x9jjzySCmWQu3zb37zm/Lcc8/J4sWLPf9dAIBgotMNADBvzz33lGg06n6am5vlnHPOkWuuuUYuuOCCYq+a3HvvvdLS0iJ+861vfUtmz54tn/jEJ1LePm7cOLnvvvuGLF+yZImsXbvW3R6UbR2N3XffXT71qU/JTTfdVOxVAQD4FJ1uAECoTJo0SS6//HI56qij5P7775eOjo5ir5LvtLW1yc9+9jM5++yz097n1FNPdZ1u/SIj0T333OOmpE+bNk3C4gtf+IK89NJL8uc//7nYqwIA8CE63QCAUNp7771l586dblQ27pBDDpHjjjtuyH2vvPJKN1060Wc/+1n5yEc+Ips2bZLTTz9dxo8f7zr0F198sezYsWPgfocddpjrwK5atWrQNPft27enPc45/tzr1q2Tz3zmM+65Z82a5UaKlY4W631qamqkoaFBFi1alHIbX375ZTnppJNkwoQJUllZKfvvv3/K0elkzzzzjFu/dKPc8fVesWKF/OEPfxhYtnnzZvnVr37ljnNO95h02zrSfswmn5H2eab75s0333Trp/u4qqrKHarw/e9/f8hhCfH9xBRzAEAqdLoBAKH07rvvSllZmUyfPj3n5+jr63PFxhYsWOA67z/60Y/krrvuGtQJ1hHQM88803Wa41Pc9Uc7eiM998KFC+Wqq66SNWvWuN9z7rnnuunbX/nKV+TrX/+663zr5dVXXy2PP/74oMc/9dRTbjRfO7CvvPKKrF+/3h2PrVPq//M//3PY3/38889LeXm562Smc9BBB7mOavyLAPWTn/zE7dMzzjgjg72X3X7Mxkj7PJN9s3XrVlcgTY9df/HFF+WDDz6QBx980HXk9RjuRNpx10MYEr+AAAAgjk43ACBUdERVO3MvvPCCXHjhhVJbW5vzc73//vuuo3jMMce4EVodqdWRUS1ANlr63NoRPPzww92Itnaum5qa3LTuK664wk3h1uWXXXaZ7LHHHnL33XcPPFZH8HXbDj74YDfdWzuEup3aaf/a174m1157retUprN69WrXkYxEIsOuo45c/8///I90d3e76/q7Pve5z7l94Zf9mCzTffP222+7zvh5553njtvWDvt+++0n3/3ud1NWK9fp9NohBwAgGZ1uAIB52qmLTzGePHmyGxnWDtZ//dd/jep5tYOoI6aJtGOm08K3bds2qufWDnXi6bp03efMmeNGbLVzmkinZy9fvnzQtGjtAJ522mlDpsXr9OzOzk55/fXX0/7u9vb2jDrOeiyzTgHXjvcbb7whr732Wtqp5cXaj8ky3Tf6RYaul05df+SRR9xx7iPlpfsNAIBkdLoBAKGpXq6jnDqKq53F2267zU3VzkRysbC4VMXCtPOlRlugTY8jTqadwHTLEzt8ra2t7lILxuk0cZ3yrT86VfqEE05wt+l06XTq6upc53Mk+gXGiSee6KaY66ixnqJr/vz5kq3R7sd0+aSS6b6pr6+Xp59+WqZMmSKf//znZeLEiW5K/fe+9z3p7e0d8ry6v/QxAAAko9MNAAgNHdmcOXOm6yTus88+7tRhiZ1VnWa8ZcuWIY/TY6rTPZ+X65rr79RjldWtt97qjpfWc2frj37pED++WQu0paPHQmtRtEzOY65TzPUYZ+106/7MZZ9k+phs8xntvtGp/VpUTl8jv/3tb10ht0svvVSuu+66Ic+ro/K63wAASEanGwAQOjqy+e1vf1s2bNjgzkedOCK+bNmyQZ1Nnd787LPPjur3aeXr5ErcXtICaFol/OGHH87p8UceeaTriGZyCiytAK4dWR3p1U63l7LJJ90+z2Xf6DnHP/7xj7tjzHWKf3LBNP2CQg9hSJ4iDwCAotMNAAglLYalx0brKaDiU47PP/98d+yuHserl3/7299cga1DDz10VL9Lj0/WDr5W1dYR1UJ8qaAdRK1CrufaXrp0qeucrly5Un76058OOSY82bHHHitjx47N6MuGiooKt226XVpwzEvZ5JNun2e6b5544gn3JYJ2sLVTrcXi9Nh1PU2adsATxffTpz/9aU+3HwAQTHS6AQCh9e///u+uUvWNN97ors+bN8+dquqxxx5zx07raaf0fNFaqGw09FRUWpH7U5/6lOv0JZ8z2gt6rLV2OHW0V88jrcdpa2f617/+tRvlH44em6zb/sADD4ifZJPPcPs8k32jX8roj1Yz13O666nlbrrpJne7LkukpxLTc4MPd4o1AEB4lUSzqT4CAABC4Z133pG/+7u/c8XEtGOK1HSEfPbs2fLoo48y0g0ASIlONwAASEnPna2nz9JzmiM1nd6uFfG14BoAAKnQ6QYAAAAAwCMc0w0AAAAAgEfodAMAAAAA4BE63QAAAAAAeIRONwAAAAAAHqHTDQAAAACAR+h0AwAAAADgETrdAAAAAAB4hE43AAAAAAAeodMNAAAAAIBH6HQDAAAAAOAROt0AAAAAAIg3/h/iPHFmOk+EPwAAAABJRU5ErkJggg=="/>
          <p:cNvSpPr>
            <a:spLocks noChangeAspect="1" noChangeArrowheads="1"/>
          </p:cNvSpPr>
          <p:nvPr/>
        </p:nvSpPr>
        <p:spPr bwMode="auto">
          <a:xfrm>
            <a:off x="155574" y="-144463"/>
            <a:ext cx="4795987" cy="486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24" y="595223"/>
            <a:ext cx="9043434" cy="540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0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6929" y="1371600"/>
            <a:ext cx="1010153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EEF1F5"/>
                </a:solidFill>
              </a:rPr>
              <a:t>Data Preparation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Missing Values: </a:t>
            </a:r>
            <a:r>
              <a:rPr lang="en-US" sz="2400" dirty="0" smtClean="0">
                <a:solidFill>
                  <a:srgbClr val="EEF1F5"/>
                </a:solidFill>
              </a:rPr>
              <a:t>Records with empty entries in key fields like runtime_minutes and start_year were dropped from the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Rating Reliability: </a:t>
            </a:r>
            <a:r>
              <a:rPr lang="en-US" sz="2400" dirty="0" smtClean="0">
                <a:solidFill>
                  <a:srgbClr val="EEF1F5"/>
                </a:solidFill>
              </a:rPr>
              <a:t>Raw scores are distorted by sparsely voted titles, such as a film with one lone 10/10 vote.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EEF1F5"/>
                </a:solidFill>
              </a:rPr>
              <a:t>Outlier Trimming: </a:t>
            </a:r>
            <a:r>
              <a:rPr lang="en-US" sz="2400" dirty="0" smtClean="0">
                <a:solidFill>
                  <a:srgbClr val="EEF1F5"/>
                </a:solidFill>
              </a:rPr>
              <a:t>Very short or very long runtimes add visual clutter and were filtered out to keep standard feature films.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2617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4566" y="1975449"/>
            <a:ext cx="1060186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EEF1F5"/>
                </a:solidFill>
              </a:rPr>
              <a:t>Takeaway </a:t>
            </a:r>
            <a:r>
              <a:rPr lang="en-US" sz="3200" dirty="0" smtClean="0">
                <a:solidFill>
                  <a:srgbClr val="EEF1F5"/>
                </a:solidFill>
              </a:rPr>
              <a:t>– </a:t>
            </a:r>
            <a:r>
              <a:rPr lang="en-US" sz="2000" dirty="0" smtClean="0">
                <a:solidFill>
                  <a:srgbClr val="AAB2BE"/>
                </a:solidFill>
              </a:rPr>
              <a:t>Releasing more titles in a genre does not guarantee better reviews. Dramas and Comedies lead in volume, yet niche genre blends often earn the highest average ratings.</a:t>
            </a:r>
          </a:p>
          <a:p>
            <a:endParaRPr lang="en-US" sz="3200" b="1" u="sng" dirty="0" smtClean="0"/>
          </a:p>
          <a:p>
            <a:endParaRPr lang="en-US" sz="3200" b="1" u="sng" dirty="0"/>
          </a:p>
        </p:txBody>
      </p:sp>
    </p:spTree>
    <p:extLst>
      <p:ext uri="{BB962C8B-B14F-4D97-AF65-F5344CB8AC3E}">
        <p14:creationId xmlns:p14="http://schemas.microsoft.com/office/powerpoint/2010/main" val="1801649546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rgbClr val="0B0D12"/>
      </a:dk1>
      <a:lt1>
        <a:srgbClr val="FFFFFF"/>
      </a:lt1>
      <a:dk2>
        <a:srgbClr val="141922"/>
      </a:dk2>
      <a:lt2>
        <a:srgbClr val="D5DEE5"/>
      </a:lt2>
      <a:accent1>
        <a:srgbClr val="4DD0E1"/>
      </a:accent1>
      <a:accent2>
        <a:srgbClr val="7C83FD"/>
      </a:accent2>
      <a:accent3>
        <a:srgbClr val="F5A25D"/>
      </a:accent3>
      <a:accent4>
        <a:srgbClr val="8BD3A8"/>
      </a:accent4>
      <a:accent5>
        <a:srgbClr val="E8618C"/>
      </a:accent5>
      <a:accent6>
        <a:srgbClr val="B0BEC5"/>
      </a:accent6>
      <a:hlink>
        <a:srgbClr val="4DD0E1"/>
      </a:hlink>
      <a:folHlink>
        <a:srgbClr val="B39DDB"/>
      </a:folHlink>
    </a:clrScheme>
    <a:fontScheme name="Mesh">
      <a:majorFont>
        <a:latin typeface="Century Gothic" panose="020B05020202020202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TM04033929[[fn=Mesh]]</Template>
  <TotalTime>216</TotalTime>
  <Words>242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Calisto MT</vt:lpstr>
      <vt:lpstr>Trebuchet MS</vt:lpstr>
      <vt:lpstr>Wingdings 2</vt:lpstr>
      <vt:lpstr>Mesh</vt:lpstr>
      <vt:lpstr>IMDB Movie Dataset: 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 Dataset: Exploratory Data Analysis</dc:title>
  <dc:creator>len</dc:creator>
  <cp:lastModifiedBy>len</cp:lastModifiedBy>
  <cp:revision>12</cp:revision>
  <dcterms:created xsi:type="dcterms:W3CDTF">2026-07-19T05:42:28Z</dcterms:created>
  <dcterms:modified xsi:type="dcterms:W3CDTF">2026-07-19T09:19:00Z</dcterms:modified>
</cp:coreProperties>
</file>